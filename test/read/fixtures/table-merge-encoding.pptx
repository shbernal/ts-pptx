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2859C-2BFB-25B3-1170-83076B25A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299F4A-CE19-0391-A993-28150F594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826E3-E952-B4A2-F5A5-0C497E7C8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8A82D-47A7-4984-A4A1-0F3FDB7A122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1585B-DDFA-63EC-27EA-E1BD769DB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E4B99-5C36-E4B4-0015-0FFB22ED1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2417-A3F0-4ACE-8668-D5D0A3C53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6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542B7-2315-7E17-A95E-A1787426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86E39-01E9-92A1-86BF-6AF3227DD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AB051-7CB8-58B2-5550-73A7CF061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8A82D-47A7-4984-A4A1-0F3FDB7A122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5324C-DF36-EA7E-BE00-FFFB916D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E1DAD-BF9D-D22B-011F-FA54353F7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2417-A3F0-4ACE-8668-D5D0A3C53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12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85F2-0849-C61C-FECD-1A864BCC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945C0-113F-5434-7E8F-33CF2BF05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182F8-BF97-3AA9-38D0-F274FE7C8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8A82D-47A7-4984-A4A1-0F3FDB7A122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8EBB0-D5FE-2A09-6939-764B951C6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7CD39-ABA3-4125-7E0A-ED4B61FB3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2417-A3F0-4ACE-8668-D5D0A3C53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24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E3530-CBCB-8965-3472-FDE813272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62326-2B05-4BA4-8F5D-6B5B7030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277C7-071E-AD3A-9F8B-2254F67D0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52D61-177B-5A6C-DEEE-194C3A659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8A82D-47A7-4984-A4A1-0F3FDB7A122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B69DB-3FFD-FF7B-B186-B947DEAE7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4E512-E513-9B46-8060-34007E11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2417-A3F0-4ACE-8668-D5D0A3C53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1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063C5-F587-232B-B57C-5FBF383A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F5FCE-9EDA-0897-2F5A-D366A021F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58A5E-81A4-B9AD-0A80-EFC18B996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7FD52B-7842-2E11-A37A-CA57A4DA3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06B5C-6D79-D299-2F74-03CFA18DE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A3796D-D46F-3E32-FEFE-FE190B355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8A82D-47A7-4984-A4A1-0F3FDB7A122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483B80-49B0-2042-EFD4-288649ECD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507389-3C82-4537-6AC1-46D2F1E03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2417-A3F0-4ACE-8668-D5D0A3C53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00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9614-91E9-7159-B1F9-FBCA198D9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CCA7-8BC2-FF35-BC17-E2AC1CA3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8A82D-47A7-4984-A4A1-0F3FDB7A122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4E81B-236E-1986-2B58-59B3FA8BA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8FBD2-74E9-214F-EE46-83D0A8C2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2417-A3F0-4ACE-8668-D5D0A3C53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72DB61-6AA5-B33C-93D2-5883E2909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8A82D-47A7-4984-A4A1-0F3FDB7A122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CD1D1-9248-CCBF-9151-05110180E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A1D24-A53E-5B53-AB63-D818C11B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2417-A3F0-4ACE-8668-D5D0A3C53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76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7A75A-F844-AE7E-683E-DD940A3AC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8AB0A-5ABC-608A-FBDA-F57BF0FCC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3749F-2A68-888B-9088-98061AF52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93FCE-C64F-94FA-1E0B-3DCB7285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8A82D-47A7-4984-A4A1-0F3FDB7A122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272DC-5A01-F63A-2C4A-4A25E9E2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884BE-BA54-6623-5ED9-017CFB20E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2417-A3F0-4ACE-8668-D5D0A3C53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27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B77CB-F936-2872-77BD-585CD7CB9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A736EF-D972-0F09-4E10-66136CDBB8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F6F39-612C-0E14-36D2-D67DE0CC7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912C3-05A0-A36D-2511-1BB6CF14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8A82D-47A7-4984-A4A1-0F3FDB7A122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D868C-3FB5-F5BD-9E3F-34CDDA6F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EFB84-259D-9C04-902E-4195E75E6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2417-A3F0-4ACE-8668-D5D0A3C53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8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2BB4-B95E-804D-DBB9-F084C23D8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6C5C67-7769-311A-604F-FDB2BD4C4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22F7E-0AE4-A4ED-E604-528C967B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8A82D-47A7-4984-A4A1-0F3FDB7A122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8FD8F-9361-F521-F0DE-B881CA323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61109-24B3-59CE-BB00-A11EF04CE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2417-A3F0-4ACE-8668-D5D0A3C53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2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B28295-F81F-67DC-CAE5-B623B947D6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0CE6E-9208-B773-E22D-0C7547579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1FF40-BF88-5C97-560C-24B7CC815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8A82D-47A7-4984-A4A1-0F3FDB7A122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B6E08-9D87-C188-1573-CD9DB06D1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CC9CD-4714-2ED3-4987-C36E55A2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2417-A3F0-4ACE-8668-D5D0A3C53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09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056A9D-9CCB-3C24-EF48-A02AC2D78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D3EC9-52AE-B85D-0087-7B5F2CE20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0EB31-A054-7E89-7B64-06FF12FEA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8A82D-47A7-4984-A4A1-0F3FDB7A122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8F3F0-3E68-C598-B898-49D995954B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FB977-27F9-B811-A8C5-E83AFCF4A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22417-A3F0-4ACE-8668-D5D0A3C53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6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rge-2x2">
            <a:extLst>
              <a:ext uri="{FF2B5EF4-FFF2-40B4-BE49-F238E27FC236}">
                <a16:creationId xmlns:a16="http://schemas.microsoft.com/office/drawing/2014/main" id="{F16CB027-D4C1-6E1C-AE1C-55AD22B8A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389106"/>
              </p:ext>
            </p:extLst>
          </p:nvPr>
        </p:nvGraphicFramePr>
        <p:xfrm>
          <a:off x="762000" y="762000"/>
          <a:ext cx="4572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91252712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371655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34278950"/>
                    </a:ext>
                  </a:extLst>
                </a:gridCol>
              </a:tblGrid>
              <a:tr h="508000">
                <a:tc rowSpan="2" gridSpan="2">
                  <a:txBody>
                    <a:bodyPr/>
                    <a:lstStyle/>
                    <a:p>
                      <a:r>
                        <a:rPr lang="en-US"/>
                        <a:t>1,1</a:t>
                      </a:r>
                    </a:p>
                    <a:p>
                      <a:r>
                        <a:rPr lang="en-US"/>
                        <a:t>1,2</a:t>
                      </a:r>
                    </a:p>
                    <a:p>
                      <a:r>
                        <a:rPr lang="en-US"/>
                        <a:t>2,1</a:t>
                      </a:r>
                    </a:p>
                    <a:p>
                      <a:r>
                        <a:rPr lang="en-US"/>
                        <a:t>2,2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667536"/>
                  </a:ext>
                </a:extLst>
              </a:tr>
              <a:tr h="50800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63784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3,1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511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113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rge-inserted">
            <a:extLst>
              <a:ext uri="{FF2B5EF4-FFF2-40B4-BE49-F238E27FC236}">
                <a16:creationId xmlns:a16="http://schemas.microsoft.com/office/drawing/2014/main" id="{C0DCC2C2-F86A-C8AB-8E28-E1555F680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48800"/>
              </p:ext>
            </p:extLst>
          </p:nvPr>
        </p:nvGraphicFramePr>
        <p:xfrm>
          <a:off x="762000" y="762000"/>
          <a:ext cx="4572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7951559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60114632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24001209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05536286"/>
                    </a:ext>
                  </a:extLst>
                </a:gridCol>
              </a:tblGrid>
              <a:tr h="508000">
                <a:tc rowSpan="3" gridSpan="3">
                  <a:txBody>
                    <a:bodyPr/>
                    <a:lstStyle/>
                    <a:p>
                      <a:r>
                        <a:rPr lang="en-US"/>
                        <a:t>1,1</a:t>
                      </a:r>
                    </a:p>
                    <a:p>
                      <a:r>
                        <a:rPr lang="en-US"/>
                        <a:t>1,2</a:t>
                      </a:r>
                    </a:p>
                    <a:p>
                      <a:r>
                        <a:rPr lang="en-US"/>
                        <a:t>2,1</a:t>
                      </a:r>
                    </a:p>
                    <a:p>
                      <a:r>
                        <a:rPr lang="en-US"/>
                        <a:t>2,2</a:t>
                      </a:r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340559"/>
                  </a:ext>
                </a:extLst>
              </a:tr>
              <a:tr h="508000"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429203"/>
                  </a:ext>
                </a:extLst>
              </a:tr>
              <a:tr h="508000"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91524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3,1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37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189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rge-deleted">
            <a:extLst>
              <a:ext uri="{FF2B5EF4-FFF2-40B4-BE49-F238E27FC236}">
                <a16:creationId xmlns:a16="http://schemas.microsoft.com/office/drawing/2014/main" id="{06822411-FE42-DC9B-D71A-375AA3B52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029984"/>
              </p:ext>
            </p:extLst>
          </p:nvPr>
        </p:nvGraphicFramePr>
        <p:xfrm>
          <a:off x="762000" y="762000"/>
          <a:ext cx="6096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83766632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8554317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17587093"/>
                    </a:ext>
                  </a:extLst>
                </a:gridCol>
              </a:tblGrid>
              <a:tr h="508000">
                <a:tc rowSpan="2" gridSpan="2">
                  <a:txBody>
                    <a:bodyPr/>
                    <a:lstStyle/>
                    <a:p>
                      <a:r>
                        <a:rPr lang="en-US"/>
                        <a:t>1,1</a:t>
                      </a:r>
                    </a:p>
                    <a:p>
                      <a:r>
                        <a:rPr lang="en-US"/>
                        <a:t>1,2</a:t>
                      </a:r>
                    </a:p>
                    <a:p>
                      <a:r>
                        <a:rPr lang="en-US"/>
                        <a:t>1,3</a:t>
                      </a:r>
                    </a:p>
                    <a:p>
                      <a:r>
                        <a:rPr lang="en-US"/>
                        <a:t>2,1</a:t>
                      </a:r>
                    </a:p>
                    <a:p>
                      <a:r>
                        <a:rPr lang="en-US"/>
                        <a:t>2,2</a:t>
                      </a:r>
                    </a:p>
                    <a:p>
                      <a:r>
                        <a:rPr lang="en-US"/>
                        <a:t>2,3</a:t>
                      </a:r>
                    </a:p>
                    <a:p>
                      <a:r>
                        <a:rPr lang="en-US"/>
                        <a:t>3,1</a:t>
                      </a:r>
                    </a:p>
                    <a:p>
                      <a:r>
                        <a:rPr lang="en-US"/>
                        <a:t>3,2</a:t>
                      </a:r>
                    </a:p>
                    <a:p>
                      <a:r>
                        <a:rPr lang="en-US"/>
                        <a:t>3,3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872838"/>
                  </a:ext>
                </a:extLst>
              </a:tr>
              <a:tr h="50800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68666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4,1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264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072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rge-1x2">
            <a:extLst>
              <a:ext uri="{FF2B5EF4-FFF2-40B4-BE49-F238E27FC236}">
                <a16:creationId xmlns:a16="http://schemas.microsoft.com/office/drawing/2014/main" id="{3CA0D2A2-175D-AE94-0EF0-FA091F02E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304062"/>
              </p:ext>
            </p:extLst>
          </p:nvPr>
        </p:nvGraphicFramePr>
        <p:xfrm>
          <a:off x="762000" y="762000"/>
          <a:ext cx="4572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5995087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1417517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12064150"/>
                    </a:ext>
                  </a:extLst>
                </a:gridCol>
              </a:tblGrid>
              <a:tr h="508000">
                <a:tc gridSpan="2">
                  <a:txBody>
                    <a:bodyPr/>
                    <a:lstStyle/>
                    <a:p>
                      <a:r>
                        <a:rPr lang="en-US"/>
                        <a:t>1,1</a:t>
                      </a:r>
                    </a:p>
                    <a:p>
                      <a:r>
                        <a:rPr lang="en-US"/>
                        <a:t>1,2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91346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0375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3,1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421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386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rge-2x1">
            <a:extLst>
              <a:ext uri="{FF2B5EF4-FFF2-40B4-BE49-F238E27FC236}">
                <a16:creationId xmlns:a16="http://schemas.microsoft.com/office/drawing/2014/main" id="{02582624-0237-AC31-B149-1C9F85F6A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980909"/>
              </p:ext>
            </p:extLst>
          </p:nvPr>
        </p:nvGraphicFramePr>
        <p:xfrm>
          <a:off x="762000" y="762000"/>
          <a:ext cx="4572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3361718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4767738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2649927"/>
                    </a:ext>
                  </a:extLst>
                </a:gridCol>
              </a:tblGrid>
              <a:tr h="508000">
                <a:tc rowSpan="2">
                  <a:txBody>
                    <a:bodyPr/>
                    <a:lstStyle/>
                    <a:p>
                      <a:r>
                        <a:rPr lang="en-US"/>
                        <a:t>1,1</a:t>
                      </a:r>
                    </a:p>
                    <a:p>
                      <a:r>
                        <a:rPr lang="en-US"/>
                        <a:t>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601158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69915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3,1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993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62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2026-09-14T13:31:45Z</dcterms:created>
  <dcterms:modified xsi:type="dcterms:W3CDTF">2026-09-14T13:31:45Z</dcterms:modified>
</cp:coreProperties>
</file>