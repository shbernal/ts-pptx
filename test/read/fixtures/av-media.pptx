
<file path=[Content_Types].xml><?xml version="1.0" encoding="utf-8"?>
<Types xmlns="http://schemas.openxmlformats.org/package/2006/content-types">
  <Default Extension="jpeg" ContentType="image/jpeg"/>
  <Default Extension="mp3" ContentType="audio/m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56" y="4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304180-206B-284A-B349-A8634A9064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81D311-883D-4097-1086-750C8B7F32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EADBF7-9F7A-5845-EA8E-1C11D33589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0A2252-E44B-46BA-87C9-D4637999D808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38B34B-0884-220C-3D52-AE9DABCE5E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6DCAC3-5252-329E-2B80-1C49D23216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6DCA5C-7611-4247-9D1A-44D2604078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75496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5045B9-EF41-5317-042C-4D639D3FF7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93344A-34E4-FC3E-5917-E90A396034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08784F-F945-440B-0D82-AC7AF31BF2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0A2252-E44B-46BA-87C9-D4637999D808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98CEC2-81DB-3BE5-C3C4-BE8FEF07C2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8008B3-8C95-2F22-5CC1-88C23472C7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6DCA5C-7611-4247-9D1A-44D2604078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19769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DFB8D8-A4A2-427A-5461-500DF17615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3C4B7F-91D4-A47A-0F46-9FC3A449CB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456CD4-DD91-FF09-AA06-A40EF5A4E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0A2252-E44B-46BA-87C9-D4637999D808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435427-39A2-44C9-8DBE-88563DEF7A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31E401-DF11-6A1C-11CD-F2A1C5688A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6DCA5C-7611-4247-9D1A-44D2604078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26143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3A95B8-30EB-3A71-294B-EB9C55C929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33CE01-3220-CC5A-BCCA-34145EACC6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D1A8B2-2F01-1A71-8C0B-CF69E4E691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69F54F-7338-A48E-C510-5F1632682C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0A2252-E44B-46BA-87C9-D4637999D808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22E616-0258-9C0D-1C63-93EFBE571C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9E835E-0346-0F2A-9D71-51023F4E4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6DCA5C-7611-4247-9D1A-44D2604078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20318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CC2E1F-1FF2-1D63-C780-C68BA91B55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A1170B-29D9-C64D-FBF5-0F434E01F2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BEF526-19E7-E2E3-2A17-ED4AA4C32E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817AA40-7748-0939-F074-419F94364E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0983FEE-27C5-0911-AE4D-1826A5DBBEC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23C3A7A-8821-E5A3-0B70-3D065D0454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0A2252-E44B-46BA-87C9-D4637999D808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CEFA889-9F91-692A-017E-1E4686214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C8760BB-AA75-BE0D-F712-5DCB5C0FA7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6DCA5C-7611-4247-9D1A-44D2604078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77101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FD79E7-FBFA-BC0A-C5FD-64C61422CA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AD0DA0-F53D-C75F-6E05-606BA52500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0A2252-E44B-46BA-87C9-D4637999D808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2379BB-E478-B6D7-A648-1A74C761C3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7033096-2873-EE70-B922-5EF09AA58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6DCA5C-7611-4247-9D1A-44D2604078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09723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97BC512-6EC7-792A-8762-ADF4E137A9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0A2252-E44B-46BA-87C9-D4637999D808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F88D44C-2047-D999-075A-C7069D4B06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10A4DD-4B11-21A0-96DD-07EA877447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6DCA5C-7611-4247-9D1A-44D2604078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32913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7666B7-AA7E-34AB-04E9-BAF36E5526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51CEB9-2F4B-BDEE-5C19-DACD38D0C9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4252C5-39DE-06D2-AB08-31D29028AD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892144-CE0D-3B47-6C27-FD69D022D1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0A2252-E44B-46BA-87C9-D4637999D808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3BA024-DA5B-5F06-59D8-0DFB2EA8CC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26A54A-72D1-4D6B-4E84-690F3B771C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6DCA5C-7611-4247-9D1A-44D2604078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57948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3B952F-FD05-4A6F-7682-2BDCDCF40F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F5A4646-F5C6-3779-A79E-E996BD69E83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1B4043-738F-AC86-B58F-701F2252F2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682FE3-31A0-5CBE-A62C-F71FC7E294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0A2252-E44B-46BA-87C9-D4637999D808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C6FAB5-A63F-2075-AD8D-B7DBCE773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5CCC21-1FD5-1E14-D7D2-2D227549CB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6DCA5C-7611-4247-9D1A-44D2604078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40140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33A540-18A7-CC3A-09C9-BE5C340911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B8E3A3-67E3-9717-40B0-93CC2EC134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2EEE1A-BB54-9044-B9A6-CC9BD6DCB4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0A2252-E44B-46BA-87C9-D4637999D808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9155FE-8D6D-36E1-4DBD-ABB78E5299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771CF2-C0A1-9071-ABE4-250CAE05C3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6DCA5C-7611-4247-9D1A-44D2604078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15934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5398DC9-1DE8-729E-ADC0-F464FE8A3BC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17E079-9730-C944-67E2-B58E364AEF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801896-A156-C360-53EB-14463D33DF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0A2252-E44B-46BA-87C9-D4637999D808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E96AE8-1A64-6428-FCD8-93A18B358B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1767A0-1E64-3928-4DE1-8D16D14674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6DCA5C-7611-4247-9D1A-44D2604078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45901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D05CB29-0F42-B785-AF18-DE9579C34F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081036-2300-6152-5AEA-8A0927479B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3E041C-D13C-FACB-3963-6E2DF0D9FC9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0A2252-E44B-46BA-87C9-D4637999D808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F146D-217F-90EB-3730-2ADE328043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C95929-BA79-F29D-15CC-2CD9DFF845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B6DCA5C-7611-4247-9D1A-44D2604078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29517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2.mp3"/><Relationship Id="rId1" Type="http://schemas.microsoft.com/office/2007/relationships/media" Target="../media/media2.mp3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EmbeddedVideo">
            <a:hlinkClick r:id="" action="ppaction://media"/>
            <a:extLst>
              <a:ext uri="{FF2B5EF4-FFF2-40B4-BE49-F238E27FC236}">
                <a16:creationId xmlns:a16="http://schemas.microsoft.com/office/drawing/2014/main" id="{DE01B763-B072-BB0C-B1B7-4E1BCD2F561D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524000" y="1524000"/>
            <a:ext cx="3048000" cy="30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24572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EmbeddedAudio">
            <a:hlinkClick r:id="" action="ppaction://media"/>
            <a:extLst>
              <a:ext uri="{FF2B5EF4-FFF2-40B4-BE49-F238E27FC236}">
                <a16:creationId xmlns:a16="http://schemas.microsoft.com/office/drawing/2014/main" id="{E63070B7-93A4-5370-AE68-1E88D66B628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524000" y="1524000"/>
            <a:ext cx="1219200" cy="121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56219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1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Custom</PresentationFormat>
  <Paragraphs>0</Paragraphs>
  <Slides>2</Slides>
  <Notes>0</Notes>
  <HiddenSlides>0</HiddenSlides>
  <MMClips>2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HERNÁNDEZ BERNAL Santiago</dc:creator>
  <cp:lastModifiedBy>HERNÁNDEZ BERNAL Santiago</cp:lastModifiedBy>
  <cp:revision>1</cp:revision>
  <dcterms:created xsi:type="dcterms:W3CDTF">2026-06-24T07:44:32Z</dcterms:created>
  <dcterms:modified xsi:type="dcterms:W3CDTF">2026-06-24T07:44:42Z</dcterms:modified>
</cp:coreProperties>
</file>