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2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4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2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6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6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5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5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631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6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91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22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87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4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FA8023A-993E-41DF-A1C0-B1408E45E86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64B8-012F-48D1-AB38-C28597A8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51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-linear-2">
            <a:extLst>
              <a:ext uri="{FF2B5EF4-FFF2-40B4-BE49-F238E27FC236}">
                <a16:creationId xmlns:a16="http://schemas.microsoft.com/office/drawing/2014/main" id="{CFD2A2DD-A640-74EE-4087-94A92ABD044E}"/>
              </a:ext>
            </a:extLst>
          </p:cNvPr>
          <p:cNvSpPr/>
          <p:nvPr/>
        </p:nvSpPr>
        <p:spPr>
          <a:xfrm>
            <a:off x="698500" y="889000"/>
            <a:ext cx="2286000" cy="1206500"/>
          </a:xfrm>
          <a:prstGeom prst="rect">
            <a:avLst/>
          </a:prstGeom>
          <a:gradFill flip="none" rotWithShape="1">
            <a:gsLst>
              <a:gs pos="0">
                <a:srgbClr val="451DC7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abel-grad-linear-2">
            <a:extLst>
              <a:ext uri="{FF2B5EF4-FFF2-40B4-BE49-F238E27FC236}">
                <a16:creationId xmlns:a16="http://schemas.microsoft.com/office/drawing/2014/main" id="{66E17CBF-75E3-4040-D54C-DA06F005CE1F}"/>
              </a:ext>
            </a:extLst>
          </p:cNvPr>
          <p:cNvSpPr txBox="1"/>
          <p:nvPr/>
        </p:nvSpPr>
        <p:spPr>
          <a:xfrm>
            <a:off x="698500" y="21844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grad-linear-2</a:t>
            </a:r>
          </a:p>
        </p:txBody>
      </p:sp>
      <p:sp>
        <p:nvSpPr>
          <p:cNvPr id="4" name="grad-linear-3-scheme">
            <a:extLst>
              <a:ext uri="{FF2B5EF4-FFF2-40B4-BE49-F238E27FC236}">
                <a16:creationId xmlns:a16="http://schemas.microsoft.com/office/drawing/2014/main" id="{B4108EEF-92AB-B564-E0E2-E356C3CDAA48}"/>
              </a:ext>
            </a:extLst>
          </p:cNvPr>
          <p:cNvSpPr/>
          <p:nvPr/>
        </p:nvSpPr>
        <p:spPr>
          <a:xfrm>
            <a:off x="3619500" y="889000"/>
            <a:ext cx="2286000" cy="1206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1EB4D2"/>
              </a:gs>
              <a:gs pos="100000">
                <a:srgbClr val="FFFFFF"/>
              </a:gs>
            </a:gsLst>
            <a:lin ang="0" scaled="1"/>
            <a:tileRect/>
          </a:gra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abel-grad-linear-3-scheme">
            <a:extLst>
              <a:ext uri="{FF2B5EF4-FFF2-40B4-BE49-F238E27FC236}">
                <a16:creationId xmlns:a16="http://schemas.microsoft.com/office/drawing/2014/main" id="{846362D5-698E-20A6-399B-B2510E1355D8}"/>
              </a:ext>
            </a:extLst>
          </p:cNvPr>
          <p:cNvSpPr txBox="1"/>
          <p:nvPr/>
        </p:nvSpPr>
        <p:spPr>
          <a:xfrm>
            <a:off x="3619500" y="21844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grad-linear-3-scheme</a:t>
            </a:r>
          </a:p>
        </p:txBody>
      </p:sp>
      <p:sp>
        <p:nvSpPr>
          <p:cNvPr id="6" name="grad-radial">
            <a:extLst>
              <a:ext uri="{FF2B5EF4-FFF2-40B4-BE49-F238E27FC236}">
                <a16:creationId xmlns:a16="http://schemas.microsoft.com/office/drawing/2014/main" id="{B818629B-8D82-DA0A-B72B-7AEE8F97E53B}"/>
              </a:ext>
            </a:extLst>
          </p:cNvPr>
          <p:cNvSpPr/>
          <p:nvPr/>
        </p:nvSpPr>
        <p:spPr>
          <a:xfrm>
            <a:off x="6540500" y="889000"/>
            <a:ext cx="2286000" cy="12065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  <a:tileRect/>
          </a:gra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abel-grad-radial">
            <a:extLst>
              <a:ext uri="{FF2B5EF4-FFF2-40B4-BE49-F238E27FC236}">
                <a16:creationId xmlns:a16="http://schemas.microsoft.com/office/drawing/2014/main" id="{4BE0080D-1008-09F0-361E-997F741BB7D2}"/>
              </a:ext>
            </a:extLst>
          </p:cNvPr>
          <p:cNvSpPr txBox="1"/>
          <p:nvPr/>
        </p:nvSpPr>
        <p:spPr>
          <a:xfrm>
            <a:off x="6540500" y="21844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grad-radial</a:t>
            </a:r>
          </a:p>
        </p:txBody>
      </p:sp>
      <p:sp>
        <p:nvSpPr>
          <p:cNvPr id="8" name="solid-control">
            <a:extLst>
              <a:ext uri="{FF2B5EF4-FFF2-40B4-BE49-F238E27FC236}">
                <a16:creationId xmlns:a16="http://schemas.microsoft.com/office/drawing/2014/main" id="{60A3FFB0-E5A7-8A52-EC03-3A8C97D14AAB}"/>
              </a:ext>
            </a:extLst>
          </p:cNvPr>
          <p:cNvSpPr/>
          <p:nvPr/>
        </p:nvSpPr>
        <p:spPr>
          <a:xfrm>
            <a:off x="698500" y="3175000"/>
            <a:ext cx="2286000" cy="1206500"/>
          </a:xfrm>
          <a:prstGeom prst="rect">
            <a:avLst/>
          </a:prstGeom>
          <a:solidFill>
            <a:srgbClr val="00FF00"/>
          </a:soli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abel-solid-control">
            <a:extLst>
              <a:ext uri="{FF2B5EF4-FFF2-40B4-BE49-F238E27FC236}">
                <a16:creationId xmlns:a16="http://schemas.microsoft.com/office/drawing/2014/main" id="{6280450F-48E2-E78C-0A2E-5CB296A360E6}"/>
              </a:ext>
            </a:extLst>
          </p:cNvPr>
          <p:cNvSpPr txBox="1"/>
          <p:nvPr/>
        </p:nvSpPr>
        <p:spPr>
          <a:xfrm>
            <a:off x="698500" y="44704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solid-control</a:t>
            </a:r>
          </a:p>
        </p:txBody>
      </p:sp>
    </p:spTree>
    <p:extLst>
      <p:ext uri="{BB962C8B-B14F-4D97-AF65-F5344CB8AC3E}">
        <p14:creationId xmlns:p14="http://schemas.microsoft.com/office/powerpoint/2010/main" val="2511511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2026-06-18T15:47:34Z</dcterms:created>
  <dcterms:modified xsi:type="dcterms:W3CDTF">2026-06-18T15:47:35Z</dcterms:modified>
</cp:coreProperties>
</file>