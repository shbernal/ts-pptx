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-4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Sheet1!$B$1:$D$1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BA-45E9-BA01-DB2B39ED39F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Sheet1!$B$1:$D$1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BA-45E9-BA01-DB2B39ED3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031967"/>
        <c:axId val="2044471279"/>
      </c:barChar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Q1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Sheet1!$B$1:$D$1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1</c:v>
                </c:pt>
                <c:pt idx="1">
                  <c:v>4</c:v>
                </c:pt>
                <c:pt idx="2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BA-45E9-BA01-DB2B39ED3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31967"/>
        <c:axId val="2044471279"/>
      </c:lineChart>
      <c:catAx>
        <c:axId val="119031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4471279"/>
        <c:crosses val="autoZero"/>
        <c:auto val="1"/>
        <c:lblAlgn val="ctr"/>
        <c:lblOffset val="100"/>
        <c:noMultiLvlLbl val="0"/>
      </c:catAx>
      <c:valAx>
        <c:axId val="2044471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0319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Sheet1!$B$1:$D$1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77-40A8-BA5B-60008DC396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Sheet1!$B$1:$D$1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77-40A8-BA5B-60008DC396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8772559"/>
        <c:axId val="227578191"/>
      </c:barChart>
      <c:scatterChart>
        <c:scatterStyle val="lineMarker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Q1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Sheet1!$B$1:$D$1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xVal>
          <c:yVal>
            <c:numRef>
              <c:f>Sheet1!$B$2:$D$2</c:f>
              <c:numCache>
                <c:formatCode>General</c:formatCode>
                <c:ptCount val="3"/>
                <c:pt idx="0">
                  <c:v>1</c:v>
                </c:pt>
                <c:pt idx="1">
                  <c:v>4</c:v>
                </c:pt>
                <c:pt idx="2">
                  <c:v>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C77-40A8-BA5B-60008DC396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7576751"/>
        <c:axId val="2044474639"/>
      </c:scatterChart>
      <c:catAx>
        <c:axId val="218772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578191"/>
        <c:crosses val="autoZero"/>
        <c:auto val="1"/>
        <c:lblAlgn val="ctr"/>
        <c:lblOffset val="100"/>
        <c:noMultiLvlLbl val="0"/>
      </c:catAx>
      <c:valAx>
        <c:axId val="22757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8772559"/>
        <c:crosses val="autoZero"/>
        <c:crossBetween val="between"/>
      </c:valAx>
      <c:valAx>
        <c:axId val="204447463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576751"/>
        <c:crosses val="max"/>
        <c:crossBetween val="midCat"/>
      </c:valAx>
      <c:valAx>
        <c:axId val="227576751"/>
        <c:scaling>
          <c:orientation val="minMax"/>
        </c:scaling>
        <c:delete val="0"/>
        <c:axPos val="t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4474639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677E-5B64-D5E3-2B7D-D04187F77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EF08C-B551-A30C-BC9C-B6B7AE816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AD2EE-F391-69BC-0135-215091F2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546B0-6415-A7B0-150E-6BF52B24D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214BE-732C-7994-73FD-A6C10E80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2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B5A9-50F2-CD8C-2A32-1E385006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581A-CB5E-2B55-13A4-765AB2D80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FD596-4121-1455-4BCA-242BDA7E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D477C-26A1-9687-54CF-58A0CF9F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198D7-45A7-6384-D3FD-A2B7F9A6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1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6907C-965D-8CA9-6354-B89CC06D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FC051-6F4F-BFE9-2447-FF4E19A62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529D6-A139-7D1B-5332-280CADE30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0399F-CC6D-49D2-745D-C136CC71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8CC08-605F-3AEB-2EB7-7EA32701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3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18D7-C4D0-9595-4B12-E234D88B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F6D06-99D0-C241-465A-DEA254E51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57950-51F5-B079-5E48-F8DCBF767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FCF06-E47A-0B41-0ED4-8E8495C4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58B88-D9B6-9F16-A1F1-6307FFCB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D5C06-0205-266D-3C97-96D8DF6E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6B6F-63FF-103F-0C76-5D7917FF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E6245-5569-20ED-2577-7BDDC6241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A956A-D531-A0BC-603A-7AB191E89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447F8F-8BA6-29C8-A3A6-2FA243428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A3B86-28C2-4906-AF6A-011261769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7A5C0-D52A-5259-2CB8-C546FB41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02200-651C-C718-308C-ACDE23BD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7AA1B-5E1D-C5A0-6196-3FBBD00EB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ACA4-EC5A-A4AF-9AD0-4694F382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85877-FBEB-4D44-1BFE-B4C700C6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3814C-6036-B532-ADBB-3C0E12721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72B24-EED2-1768-1127-5C824153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89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C53CA6-C5C7-FE08-892C-F811BD98A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5B5AF-213F-ECFD-10D9-219F8E293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381D4-5015-2F8A-7CD7-D0E4A987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1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2258-EED8-946E-C1AE-5240222E8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516A3-4A18-1056-82A6-C10D6F5C3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868D8-FAF1-6F1F-5A36-BC7526D88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44EAD-5A95-4581-152B-C44BF701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87A08-FE79-1C22-4E88-2FDD077C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A298A-5A24-0446-31DA-B669D252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45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7350-8968-D05D-BE51-3C7A07C61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5C5F13-C490-0ACD-FE64-AE36FBAFF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F173-4EBE-8D6A-6E57-9BA2248D6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504A3-EA98-6989-E413-EC0447D7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BC035-3E3F-10C4-45F9-57D7C13A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00C27-DE8E-AAA4-C9B9-6F72F370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0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E5E4-88E2-9AAE-126A-010065C2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07B02-3345-80ED-BCD3-E1172703D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6E41F-2C17-3A39-C17A-89DC322D6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2646-CBC1-527F-3590-250DD013F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B82E7-6658-5D4F-0FCE-6E4BB3F0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9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6A284E-04D7-7033-95FC-37AB0C4C9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1835B-1807-8F72-2AE7-674E0440F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EC7B0-258C-7AAD-D7EB-2BCA7B381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35C5D-D9C0-C465-B5C9-4FF38DEB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A4CF-4077-8ACC-0078-6181952B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2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3DCAC7-598B-6EEE-56D7-08698736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B76DE-2DA0-927A-4D4A-3D268460F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92232-422B-1E88-8B46-29F97A7F9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1D460-C59E-40FA-858F-3C994A77D38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8B20F-116E-154F-BF2F-322D56978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81366-4D3F-F8D2-CE1C-97C3B0117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593BD-0451-4683-A349-7EF7E70C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1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mbo-line-chart">
            <a:extLst>
              <a:ext uri="{FF2B5EF4-FFF2-40B4-BE49-F238E27FC236}">
                <a16:creationId xmlns:a16="http://schemas.microsoft.com/office/drawing/2014/main" id="{6D94B15F-4750-822C-2DF7-F00CE03E2E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5173395"/>
              </p:ext>
            </p:extLst>
          </p:nvPr>
        </p:nvGraphicFramePr>
        <p:xfrm>
          <a:off x="762000" y="762000"/>
          <a:ext cx="10668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4355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mbo-scatter-chart">
            <a:extLst>
              <a:ext uri="{FF2B5EF4-FFF2-40B4-BE49-F238E27FC236}">
                <a16:creationId xmlns:a16="http://schemas.microsoft.com/office/drawing/2014/main" id="{C1B43F58-90B5-985B-FCC8-A92C90637C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950239"/>
              </p:ext>
            </p:extLst>
          </p:nvPr>
        </p:nvGraphicFramePr>
        <p:xfrm>
          <a:off x="762000" y="762000"/>
          <a:ext cx="10668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22457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2026-09-14T13:46:59Z</dcterms:created>
  <dcterms:modified xsi:type="dcterms:W3CDTF">2026-09-14T13:46:59Z</dcterms:modified>
</cp:coreProperties>
</file>