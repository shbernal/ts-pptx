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7" d="100"/>
          <a:sy n="37" d="100"/>
        </p:scale>
        <p:origin x="88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2C8F7-6CF9-1CF7-7904-71E0104F1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736150-E162-A35E-E439-730ADA128A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0F0D3-AFFB-DAF7-4E36-5BBE3035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CDED4-6DB2-F8A0-381B-FAC81E512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BFBC12-D5CC-9719-4A6F-CED9ADAEE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892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1E86EF-C264-0459-126F-D8A107851D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BCC43-E29F-D0CD-B335-6DF16B9EE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D00CF8-0CDA-99CF-3DD6-7D833CD61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881BAB-BF24-3AE7-D56B-615659CB9C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355328-604F-CA3B-CDF5-AAF738C8A1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9490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728F-CEA8-DFD8-65BF-3013DDCB1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8C21E2-5B6C-0E78-2541-4EAED0690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EBD7E1-E489-A0CD-C359-FA14A497F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5372F-D3F5-F2BA-B228-C2430C2F8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62AC57-03BB-A9B3-6EBB-33F12F603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0460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372DC-BCD4-AFB7-F67C-E7F7A637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ACAEC-0146-F396-7643-974DF91A8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B78F39-64DB-49DF-A541-B3C2BC86ED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B3EDCD-374D-74C5-2767-43F5C2FC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F068AB-B534-2716-B3EE-DDF6D8EFA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B40CC3-9DD7-40E5-CFA2-A3512DAE47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899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880F-A550-FC13-6DF8-F055A5370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E47789-57B9-AD3F-1F49-C4243124FD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C406A0-50DA-EC27-9D4D-AF283820A1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1AEF5D3-32C0-300C-2384-392082AFE7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6E5D0-C10E-9DE3-CD56-CDB1623A28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E8E030-0032-F48E-EEEF-C40828B6F8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B0798-0E3F-3B59-3224-6BA83DBCBC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ACDB0C-99DF-31EE-E266-8499813AB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97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3A08D-54A4-ECBA-9079-A77ECB4B7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BC7439-C0B0-5C6D-C1C2-718A92AF72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BE95BFA-2CE3-3BD6-B9D4-B2A9BBC22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DBC78E-ACD2-5BA3-A1F6-D67E8F597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3814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020B181-8C93-B377-CC3A-4EEAAE63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737446-7057-F469-618E-1ADB5E7B9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205C4-9EF4-D130-6BF1-0F81749CA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304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0B503B-42CE-451E-CA00-9E28E68384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D5A249-CDED-1D1F-C1BA-A2051D42B0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E6E0BE-65B2-C663-91B8-358AC14F2D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D43D5F-AB3E-965B-3F1A-B51AB8C812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4338A9-33CE-9685-3569-6C2FF8E6F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D47431-B3C0-9346-0853-C55493FFA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484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60A00-0C5C-8F15-5CED-5B4BF50BF4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A1BB904-2EB6-8AD9-227E-A17CA721B96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5131A-F1D3-ABDB-0C0B-D98FB904F1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B8DBE8-5E4F-45A1-F3AF-2CE63500A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153BEE-D60A-F00E-1F54-180A5B5C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387473-A532-D8F9-DA8D-0611E83A2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701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3C260-EB5C-4666-2196-C328D7943E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46A654-B6CF-5F46-A041-E3CBB0D630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AE7258-5DDD-C92F-312B-C6CCDFFE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293D4D-B9B4-A86C-C130-B3595F98E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D7D2C-02F2-4212-61EF-4E2D0B9BE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841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6EC9845-00B5-5A64-1DE7-78D639B744C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3BFBA5-7BE8-57AD-FF1E-B7376F180E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CE571-1F5A-55F3-4547-E2FCF5CDE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7D6BC3-32C2-7359-4CC1-7FC0F11D7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E2DACE-1110-30EB-9C9E-40EA51D16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158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A1D2804-1392-304C-3761-6FA15757D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50C46FC-F836-35C8-5BC3-64E88E93CC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807C78-682F-8934-0A46-D8C4A8C4E4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1422C5-A5B9-4F8C-8828-16FEDC1ED07D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4382B2-F7BB-B77F-3C76-14B244207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6A500E-104A-10AC-EBBE-214AEAECB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071051-2FC1-41AB-B3DF-2C527D5CCB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162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-lines">
            <a:extLst>
              <a:ext uri="{FF2B5EF4-FFF2-40B4-BE49-F238E27FC236}">
                <a16:creationId xmlns:a16="http://schemas.microsoft.com/office/drawing/2014/main" id="{F64561F2-3559-DA03-9D2B-49E719FB40E3}"/>
              </a:ext>
            </a:extLst>
          </p:cNvPr>
          <p:cNvSpPr/>
          <p:nvPr/>
        </p:nvSpPr>
        <p:spPr>
          <a:xfrm>
            <a:off x="1270000" y="1524000"/>
            <a:ext cx="2540001" cy="2540001"/>
          </a:xfrm>
          <a:custGeom>
            <a:avLst/>
            <a:gdLst/>
            <a:ahLst/>
            <a:cxnLst/>
            <a:rect l="0" t="0" r="0" b="0"/>
            <a:pathLst>
              <a:path w="2540001" h="2540001">
                <a:moveTo>
                  <a:pt x="0" y="0"/>
                </a:moveTo>
                <a:lnTo>
                  <a:pt x="2540000" y="0"/>
                </a:lnTo>
                <a:lnTo>
                  <a:pt x="1270000" y="2540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-cubic">
            <a:extLst>
              <a:ext uri="{FF2B5EF4-FFF2-40B4-BE49-F238E27FC236}">
                <a16:creationId xmlns:a16="http://schemas.microsoft.com/office/drawing/2014/main" id="{5E6ABF7F-7EB1-D91D-4A17-10707DCCC795}"/>
              </a:ext>
            </a:extLst>
          </p:cNvPr>
          <p:cNvSpPr/>
          <p:nvPr/>
        </p:nvSpPr>
        <p:spPr>
          <a:xfrm>
            <a:off x="5080000" y="762000"/>
            <a:ext cx="2540001" cy="3302001"/>
          </a:xfrm>
          <a:custGeom>
            <a:avLst/>
            <a:gdLst/>
            <a:ahLst/>
            <a:cxnLst/>
            <a:rect l="0" t="0" r="0" b="0"/>
            <a:pathLst>
              <a:path w="2540001" h="3302001">
                <a:moveTo>
                  <a:pt x="0" y="762000"/>
                </a:moveTo>
                <a:cubicBezTo>
                  <a:pt x="635000" y="0"/>
                  <a:pt x="2032000" y="0"/>
                  <a:pt x="2540000" y="1270000"/>
                </a:cubicBezTo>
                <a:lnTo>
                  <a:pt x="2540000" y="3302000"/>
                </a:lnTo>
                <a:lnTo>
                  <a:pt x="0" y="3302000"/>
                </a:lnTo>
              </a:path>
            </a:pathLst>
          </a:cu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preset-rect">
            <a:extLst>
              <a:ext uri="{FF2B5EF4-FFF2-40B4-BE49-F238E27FC236}">
                <a16:creationId xmlns:a16="http://schemas.microsoft.com/office/drawing/2014/main" id="{1603DD19-292E-3005-CD40-4372CBCDAF78}"/>
              </a:ext>
            </a:extLst>
          </p:cNvPr>
          <p:cNvSpPr/>
          <p:nvPr/>
        </p:nvSpPr>
        <p:spPr>
          <a:xfrm>
            <a:off x="8890000" y="5080000"/>
            <a:ext cx="2032000" cy="127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freeform-hole">
            <a:extLst>
              <a:ext uri="{FF2B5EF4-FFF2-40B4-BE49-F238E27FC236}">
                <a16:creationId xmlns:a16="http://schemas.microsoft.com/office/drawing/2014/main" id="{2694A731-2F7B-7965-11CE-AC6EF7FEF0DF}"/>
              </a:ext>
            </a:extLst>
          </p:cNvPr>
          <p:cNvSpPr/>
          <p:nvPr/>
        </p:nvSpPr>
        <p:spPr>
          <a:xfrm>
            <a:off x="1270000" y="4826000"/>
            <a:ext cx="2540000" cy="1524000"/>
          </a:xfrm>
          <a:custGeom>
            <a:avLst/>
            <a:gdLst>
              <a:gd name="csX0" fmla="*/ 1270000 w 2540000"/>
              <a:gd name="csY0" fmla="*/ 381000 h 1524000"/>
              <a:gd name="csX1" fmla="*/ 635000 w 2540000"/>
              <a:gd name="csY1" fmla="*/ 762000 h 1524000"/>
              <a:gd name="csX2" fmla="*/ 1270000 w 2540000"/>
              <a:gd name="csY2" fmla="*/ 1143000 h 1524000"/>
              <a:gd name="csX3" fmla="*/ 1905000 w 2540000"/>
              <a:gd name="csY3" fmla="*/ 762000 h 1524000"/>
              <a:gd name="csX4" fmla="*/ 1270000 w 2540000"/>
              <a:gd name="csY4" fmla="*/ 381000 h 1524000"/>
              <a:gd name="csX5" fmla="*/ 0 w 2540000"/>
              <a:gd name="csY5" fmla="*/ 0 h 1524000"/>
              <a:gd name="csX6" fmla="*/ 2540000 w 2540000"/>
              <a:gd name="csY6" fmla="*/ 0 h 1524000"/>
              <a:gd name="csX7" fmla="*/ 2540000 w 2540000"/>
              <a:gd name="csY7" fmla="*/ 1524000 h 1524000"/>
              <a:gd name="csX8" fmla="*/ 0 w 2540000"/>
              <a:gd name="csY8" fmla="*/ 1524000 h 15240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2540000" h="1524000">
                <a:moveTo>
                  <a:pt x="1270000" y="381000"/>
                </a:moveTo>
                <a:cubicBezTo>
                  <a:pt x="919299" y="381000"/>
                  <a:pt x="635000" y="551580"/>
                  <a:pt x="635000" y="762000"/>
                </a:cubicBezTo>
                <a:cubicBezTo>
                  <a:pt x="635000" y="972420"/>
                  <a:pt x="919299" y="1143000"/>
                  <a:pt x="1270000" y="1143000"/>
                </a:cubicBezTo>
                <a:cubicBezTo>
                  <a:pt x="1620701" y="1143000"/>
                  <a:pt x="1905000" y="972420"/>
                  <a:pt x="1905000" y="762000"/>
                </a:cubicBezTo>
                <a:cubicBezTo>
                  <a:pt x="1905000" y="551580"/>
                  <a:pt x="1620701" y="381000"/>
                  <a:pt x="1270000" y="381000"/>
                </a:cubicBezTo>
                <a:close/>
                <a:moveTo>
                  <a:pt x="0" y="0"/>
                </a:moveTo>
                <a:lnTo>
                  <a:pt x="2540000" y="0"/>
                </a:lnTo>
                <a:lnTo>
                  <a:pt x="2540000" y="1524000"/>
                </a:lnTo>
                <a:lnTo>
                  <a:pt x="0" y="1524000"/>
                </a:lnTo>
                <a:close/>
              </a:path>
            </a:pathLst>
          </a:cu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53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HERNÁNDEZ BERNAL Santiago</dc:creator>
  <cp:lastModifiedBy>HERNÁNDEZ BERNAL Santiago</cp:lastModifiedBy>
  <cp:revision>3</cp:revision>
  <dcterms:created xsi:type="dcterms:W3CDTF">2026-06-21T09:47:33Z</dcterms:created>
  <dcterms:modified xsi:type="dcterms:W3CDTF">2026-06-21T10:10:21Z</dcterms:modified>
</cp:coreProperties>
</file>