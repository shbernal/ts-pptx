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6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7ABED-6CB1-7919-9B92-B5A7E64FE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A4A1B-C447-801A-AA0F-2435BE264F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0DFBE-23AA-96E9-088E-46B84568A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6A560-A575-497B-B2EF-CF5EBBDE8AF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1BB50-A2F9-4298-6C98-ACD681F3B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CE50E-8EE4-901F-B7B5-A392B9E31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094A-C121-4DF8-8EB4-035C3112F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953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29FAA-32BC-5411-0FAC-4A30730AB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EAD5B-A581-EE70-D5E3-7FA2A7046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AAAB0-309E-F7B9-4FB9-AAA9BE69E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6A560-A575-497B-B2EF-CF5EBBDE8AF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F47D8-BDD9-B1B6-E615-9275B207F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AF32B-20C5-EA5C-9E9A-7DE718BCD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094A-C121-4DF8-8EB4-035C3112F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699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A54A5-A26E-0C13-6457-CDEEAE8DE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F62C2-38CF-0A91-3D41-2E1803BCF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7C83C-F05E-EC72-CBDF-8557A9947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6A560-A575-497B-B2EF-CF5EBBDE8AF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94A88-0E67-6879-CCC2-9B1E73720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1D549-9A82-82D8-24C6-35EDDE480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094A-C121-4DF8-8EB4-035C3112F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906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DA71F-D702-5CE6-9B4F-0B2D2672C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9B663-4EC3-EF43-606A-DC333DD71D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4F211-26D5-D94F-A2C9-CD17C4BDF8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3DE52C-1711-698D-E0E0-9FB62C03F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6A560-A575-497B-B2EF-CF5EBBDE8AF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B9F38-B37C-42CD-849D-0047972BC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A7AE6B-727A-4FB3-2020-C8D287866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094A-C121-4DF8-8EB4-035C3112F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683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88FD1-9BE6-A1CD-14F2-52F23F045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C1157-C08A-63E4-A750-9189C2418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D48C0A-92BF-CE48-DC19-FF444F070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8D23D4-A4C4-DDBD-713A-1FE86736F1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48526E-8051-86F7-27F1-325B792088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AC5EF6-4A4E-4C07-170D-AC2716053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6A560-A575-497B-B2EF-CF5EBBDE8AF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77D04C-BF37-19F1-C06D-F8E721673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D756F6-9826-5257-7E15-7BDD3DAFE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094A-C121-4DF8-8EB4-035C3112F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22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5A9AA-B66E-6CFE-25B0-129BEBD92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5F81FC-0304-C454-2A0E-B919D062E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6A560-A575-497B-B2EF-CF5EBBDE8AF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EF8B8C-B3C1-F87C-2C8C-D73C789C8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A82088-CDFE-D5A0-2C94-6145D3086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094A-C121-4DF8-8EB4-035C3112F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70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38B275-8CCC-9A5A-A316-BF18F9009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6A560-A575-497B-B2EF-CF5EBBDE8AF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F0E0E9-4408-590D-B297-70FE47ECC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348BB-9631-3159-4466-659055BCA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094A-C121-4DF8-8EB4-035C3112F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865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1EA09-ED9B-8CA1-5A0A-2F8DAB40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079EE-4862-5D82-F31F-899A4953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6D9999-23FA-FF57-0067-AA7399C6D3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8D2A2E-B6F1-5626-37FA-EEB6FB648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6A560-A575-497B-B2EF-CF5EBBDE8AF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6094D3-11FB-B2A8-77AD-A3C82E065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E52A1A-7839-6BA8-2A8C-071C7A2D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094A-C121-4DF8-8EB4-035C3112F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733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D39B8-8111-5784-D79A-9835885B7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2FD54B-052D-55B8-27EF-440D103449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41883B-F9F3-B42E-0A28-075003BFB2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A84CA-C12E-DE08-7375-5F977E4C9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6A560-A575-497B-B2EF-CF5EBBDE8AF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32A9E2-9F0C-EC1A-892C-5D0A5DD81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041F1-AFAA-05F7-F15B-4FF8E6E0F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094A-C121-4DF8-8EB4-035C3112F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042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DF911-046C-F0BE-E20E-A5ABBB71E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CEE445-24FA-65F5-EFB9-2B67D8BE48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8AA63-F4B6-CB42-8F4B-94E5174F7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6A560-A575-497B-B2EF-CF5EBBDE8AF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0E1D4-628E-BEA8-C4F2-76FBB4A13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B4751-C140-DFD0-6AD7-9845A6FF9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094A-C121-4DF8-8EB4-035C3112F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125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F2995A-7D26-5094-245E-1A06B074A6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916729-5855-FBFB-46BC-33905DC1C0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FC740-55ED-7827-D5EB-A7F277B35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6A560-A575-497B-B2EF-CF5EBBDE8AF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BEDFA-5000-0D2A-4F5F-D77C36DCB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B4B54-8689-1AF9-4C95-0763D5598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094A-C121-4DF8-8EB4-035C3112F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762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5D8FFE-4A25-6E5C-0B7C-5D6A8D9F9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07638-C575-A2E0-CEAD-ABB287EC5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8AD88-EAD6-6C5E-A558-E8EC80BE5C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B6A560-A575-497B-B2EF-CF5EBBDE8AF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D07CB-0DE5-B985-0013-997C9EF1B6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B7116-5ACB-A174-1B59-BBEE491DBA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C5094A-C121-4DF8-8EB4-035C3112F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42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rce">
            <a:extLst>
              <a:ext uri="{FF2B5EF4-FFF2-40B4-BE49-F238E27FC236}">
                <a16:creationId xmlns:a16="http://schemas.microsoft.com/office/drawing/2014/main" id="{F6482823-E25F-C291-6150-E11A020A49B1}"/>
              </a:ext>
            </a:extLst>
          </p:cNvPr>
          <p:cNvSpPr txBox="1"/>
          <p:nvPr/>
        </p:nvSpPr>
        <p:spPr>
          <a:xfrm>
            <a:off x="1524000" y="1524000"/>
            <a:ext cx="609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Source (fade in)</a:t>
            </a:r>
          </a:p>
        </p:txBody>
      </p:sp>
    </p:spTree>
    <p:extLst>
      <p:ext uri="{BB962C8B-B14F-4D97-AF65-F5344CB8AC3E}">
        <p14:creationId xmlns:p14="http://schemas.microsoft.com/office/powerpoint/2010/main" val="3375733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stExisting">
            <a:extLst>
              <a:ext uri="{FF2B5EF4-FFF2-40B4-BE49-F238E27FC236}">
                <a16:creationId xmlns:a16="http://schemas.microsoft.com/office/drawing/2014/main" id="{0F5ADB38-08EC-DCDF-20B6-86496F74E6A7}"/>
              </a:ext>
            </a:extLst>
          </p:cNvPr>
          <p:cNvSpPr txBox="1"/>
          <p:nvPr/>
        </p:nvSpPr>
        <p:spPr>
          <a:xfrm>
            <a:off x="1524000" y="4064000"/>
            <a:ext cx="609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Host existing (fly in)</a:t>
            </a:r>
          </a:p>
        </p:txBody>
      </p:sp>
      <p:sp>
        <p:nvSpPr>
          <p:cNvPr id="3" name="Source">
            <a:extLst>
              <a:ext uri="{FF2B5EF4-FFF2-40B4-BE49-F238E27FC236}">
                <a16:creationId xmlns:a16="http://schemas.microsoft.com/office/drawing/2014/main" id="{13CB2944-97D7-D209-2B4E-9782D8795EC7}"/>
              </a:ext>
            </a:extLst>
          </p:cNvPr>
          <p:cNvSpPr txBox="1"/>
          <p:nvPr/>
        </p:nvSpPr>
        <p:spPr>
          <a:xfrm>
            <a:off x="1524000" y="1524000"/>
            <a:ext cx="609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Source (fade in)</a:t>
            </a:r>
          </a:p>
        </p:txBody>
      </p:sp>
    </p:spTree>
    <p:extLst>
      <p:ext uri="{BB962C8B-B14F-4D97-AF65-F5344CB8AC3E}">
        <p14:creationId xmlns:p14="http://schemas.microsoft.com/office/powerpoint/2010/main" val="2015066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Custom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2026-06-26T09:50:06Z</dcterms:created>
  <dcterms:modified xsi:type="dcterms:W3CDTF">2026-06-26T09:50:09Z</dcterms:modified>
</cp:coreProperties>
</file>