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2F11-EB26-CBE7-EAE0-CB05EA088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496CF-A0CC-4D18-3FB0-2073CF8DD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8C5D-018C-71A4-AE5F-D0128294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90EA9-425F-0BEE-64E9-DDE5A0AB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A4BF8-BF2B-B390-6886-319B2135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6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1CDA-2E54-4112-B042-233FDB71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139EB-61B0-DB08-822C-55766007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4172-FD6A-D18D-4A01-72743AB3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6511-A325-090B-F903-9B52E8C1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2722F-8D8F-B26F-D9A5-D489468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0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CDD7-54FA-32C9-E0FE-DEFBFF9D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C9F4-4793-F22D-ACE9-113DAFD3F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6E6DE-A422-D317-D78F-E59C5F59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C5444-DBCF-1BEC-F36B-ED353A60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8104B-1CB5-DF5F-A09E-F8F31F315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4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A91D-F511-02AF-F5A9-C76AE25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1973-CBAE-4CF8-00AB-C1CEE0910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7CB23-1C13-4BF3-7823-DDD91C0F2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E3B64-E589-B507-E226-DE186BCB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865E-8FE9-C3DF-EDBC-92B4D194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B0267-17D8-8E37-EF8C-AA84614C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5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4955-B697-7DEF-E3D7-A1C5547A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0BF3E-2FED-CE24-31AF-F8E1771D4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B7790-A58B-EC28-AB4E-0DA337707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D48D5-E6C6-84D6-A7C3-0246F681C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AD1E5-62FE-34FE-4C7C-1FDAD130A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3A6C05-F953-080E-9217-647EE812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061415-3EB3-94EF-7F34-DBF3CEC4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8AA47-A56E-0DFA-046A-7A2CB543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7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FF0D-EE6B-84A3-E8EF-2A65A382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6C248-198A-4F3C-911B-E15773B1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FE174-CC26-C521-2DCA-2FCCE7E3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18307-0A35-180F-F085-FDADCF80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26CFC-E1C8-5062-15B9-F20C313D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DCB6C-0E59-0214-30E5-ADA7363D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16BBA-586D-92BD-E7A2-935AB88C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5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17BA-CDA1-D767-32A5-2732E720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D29A-416B-40DF-E667-C97BDEE14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6E9C-1E50-D4D6-97A9-4915EB1DE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DA2A2-BAAE-58B0-92E3-54BE5FF9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BAC3A-A68E-1E83-EFB4-A1EB172D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599E6-8AF1-B92F-5769-04F48904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8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8B88-D504-8C8A-203F-3196285D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7C00F-B409-A7E0-6EA2-0FA6C17D1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472A7-5095-BFE9-AEB0-EE9B38972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91C71-E993-FE49-D0EA-1DBF2D3D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4CF76-C4DF-73B7-46C0-42AE56A3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D4D8E-987F-E4C9-D2DF-EA48A697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0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44B6-97D5-E1AF-B85C-FE4A2DF9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3D5D7-A0C6-D179-D0B6-A6B50DDC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DEB54-BDD0-95FF-CB97-45F69C3A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E490-2D11-2CC1-5832-517B7BDA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FA5BD-8FF6-B9A1-D7A0-59955FF7D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9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920479-60FD-B198-EF65-65ED62BA4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C53AA-B677-FEA8-85A0-7DC229FE2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D721-7483-B61B-A069-01E9632E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D8816-9625-A26D-F203-92371C60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9853-5608-55EA-C475-4EE5DF42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9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1F316-5595-6FF2-55CE-04D642DE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13EEF-0A94-5F95-71AD-ED108B59D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523D-23A0-AFF0-0665-45C548CA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61488-9A07-47B0-8A65-547563D70F6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9011B-AF4D-BFE1-09A3-D3B7C831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8A95A-2886-034C-7662-579511EF8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58C21-2D09-4E88-AF00-E69567C01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4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p-trans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2148E-E34D-70F4-F3C6-5BA4B5CEC6B7}"/>
              </a:ext>
            </a:extLst>
          </p:cNvPr>
          <p:cNvSpPr txBox="1"/>
          <p:nvPr/>
        </p:nvSpPr>
        <p:spPr>
          <a:xfrm>
            <a:off x="304800" y="2032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latin typeface="Aptos" panose="020B0004020202020204" pitchFamily="34" charset="0"/>
              </a:rPr>
              <a:t>PowerPoint-authored group transform fixture: rotation and flip on p:grpSpPr xfrm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5E3B3-D906-3AFA-FC15-F98A633D147B}"/>
              </a:ext>
            </a:extLst>
          </p:cNvPr>
          <p:cNvSpPr txBox="1"/>
          <p:nvPr/>
        </p:nvSpPr>
        <p:spPr>
          <a:xfrm>
            <a:off x="889000" y="850900"/>
            <a:ext cx="266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latin typeface="Aptos" panose="020B0004020202020204" pitchFamily="34" charset="0"/>
              </a:rPr>
              <a:t>rot30</a:t>
            </a:r>
          </a:p>
        </p:txBody>
      </p:sp>
      <p:grpSp>
        <p:nvGrpSpPr>
          <p:cNvPr id="7" name="rot30">
            <a:extLst>
              <a:ext uri="{FF2B5EF4-FFF2-40B4-BE49-F238E27FC236}">
                <a16:creationId xmlns:a16="http://schemas.microsoft.com/office/drawing/2014/main" id="{11974217-C816-D0E1-25B6-1DF810F7A959}"/>
              </a:ext>
            </a:extLst>
          </p:cNvPr>
          <p:cNvGrpSpPr/>
          <p:nvPr/>
        </p:nvGrpSpPr>
        <p:grpSpPr>
          <a:xfrm rot="1800000">
            <a:off x="889000" y="1206500"/>
            <a:ext cx="2336800" cy="1955800"/>
            <a:chOff x="889000" y="1206500"/>
            <a:chExt cx="2336800" cy="1955800"/>
          </a:xfrm>
        </p:grpSpPr>
        <p:sp>
          <p:nvSpPr>
            <p:cNvPr id="4" name="rot30 child blue rect">
              <a:extLst>
                <a:ext uri="{FF2B5EF4-FFF2-40B4-BE49-F238E27FC236}">
                  <a16:creationId xmlns:a16="http://schemas.microsoft.com/office/drawing/2014/main" id="{26E23C0F-C529-A01B-802A-2DFA1202F33E}"/>
                </a:ext>
              </a:extLst>
            </p:cNvPr>
            <p:cNvSpPr/>
            <p:nvPr/>
          </p:nvSpPr>
          <p:spPr>
            <a:xfrm>
              <a:off x="889000" y="1206500"/>
              <a:ext cx="1219200" cy="609600"/>
            </a:xfrm>
            <a:prstGeom prst="rect">
              <a:avLst/>
            </a:prstGeom>
            <a:solidFill>
              <a:srgbClr val="3F95D9"/>
            </a:solidFill>
            <a:ln>
              <a:solidFill>
                <a:srgbClr val="004B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5" name="rot30 child green oval">
              <a:extLst>
                <a:ext uri="{FF2B5EF4-FFF2-40B4-BE49-F238E27FC236}">
                  <a16:creationId xmlns:a16="http://schemas.microsoft.com/office/drawing/2014/main" id="{E79BE68F-B5BA-730A-F387-77E645AFCB4F}"/>
                </a:ext>
              </a:extLst>
            </p:cNvPr>
            <p:cNvSpPr/>
            <p:nvPr/>
          </p:nvSpPr>
          <p:spPr>
            <a:xfrm>
              <a:off x="2489200" y="1689100"/>
              <a:ext cx="736600" cy="736600"/>
            </a:xfrm>
            <a:prstGeom prst="ellipse">
              <a:avLst/>
            </a:prstGeom>
            <a:solidFill>
              <a:srgbClr val="32A865"/>
            </a:solidFill>
            <a:ln>
              <a:solidFill>
                <a:srgbClr val="2255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B</a:t>
              </a:r>
            </a:p>
          </p:txBody>
        </p:sp>
        <p:sp>
          <p:nvSpPr>
            <p:cNvPr id="6" name="rot30 child purple triangle">
              <a:extLst>
                <a:ext uri="{FF2B5EF4-FFF2-40B4-BE49-F238E27FC236}">
                  <a16:creationId xmlns:a16="http://schemas.microsoft.com/office/drawing/2014/main" id="{76B87BD2-A84C-382B-82E8-926AB585440A}"/>
                </a:ext>
              </a:extLst>
            </p:cNvPr>
            <p:cNvSpPr/>
            <p:nvPr/>
          </p:nvSpPr>
          <p:spPr>
            <a:xfrm>
              <a:off x="1447800" y="2374900"/>
              <a:ext cx="1168400" cy="787400"/>
            </a:xfrm>
            <a:prstGeom prst="triangle">
              <a:avLst/>
            </a:prstGeom>
            <a:solidFill>
              <a:srgbClr val="C25FB1"/>
            </a:solidFill>
            <a:ln>
              <a:solidFill>
                <a:srgbClr val="6921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311652-763A-1754-2EEA-5812C3FD6550}"/>
              </a:ext>
            </a:extLst>
          </p:cNvPr>
          <p:cNvSpPr txBox="1"/>
          <p:nvPr/>
        </p:nvSpPr>
        <p:spPr>
          <a:xfrm>
            <a:off x="4635500" y="850900"/>
            <a:ext cx="266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latin typeface="Aptos" panose="020B0004020202020204" pitchFamily="34" charset="0"/>
              </a:rPr>
              <a:t>flipH</a:t>
            </a:r>
          </a:p>
        </p:txBody>
      </p:sp>
      <p:grpSp>
        <p:nvGrpSpPr>
          <p:cNvPr id="12" name="flipH">
            <a:extLst>
              <a:ext uri="{FF2B5EF4-FFF2-40B4-BE49-F238E27FC236}">
                <a16:creationId xmlns:a16="http://schemas.microsoft.com/office/drawing/2014/main" id="{542DEFC9-5B83-0E6C-587D-E748CDE2FD24}"/>
              </a:ext>
            </a:extLst>
          </p:cNvPr>
          <p:cNvGrpSpPr/>
          <p:nvPr/>
        </p:nvGrpSpPr>
        <p:grpSpPr>
          <a:xfrm flipH="1">
            <a:off x="4635500" y="1206500"/>
            <a:ext cx="2336800" cy="1955800"/>
            <a:chOff x="4635500" y="1206500"/>
            <a:chExt cx="2336800" cy="1955800"/>
          </a:xfrm>
        </p:grpSpPr>
        <p:sp>
          <p:nvSpPr>
            <p:cNvPr id="9" name="flipH child blue rect">
              <a:extLst>
                <a:ext uri="{FF2B5EF4-FFF2-40B4-BE49-F238E27FC236}">
                  <a16:creationId xmlns:a16="http://schemas.microsoft.com/office/drawing/2014/main" id="{ACEDDEF8-39ED-A7D9-79C2-D5492BEFFDCF}"/>
                </a:ext>
              </a:extLst>
            </p:cNvPr>
            <p:cNvSpPr/>
            <p:nvPr/>
          </p:nvSpPr>
          <p:spPr>
            <a:xfrm>
              <a:off x="4635500" y="1206500"/>
              <a:ext cx="1219200" cy="609600"/>
            </a:xfrm>
            <a:prstGeom prst="rect">
              <a:avLst/>
            </a:prstGeom>
            <a:solidFill>
              <a:srgbClr val="3F95D9"/>
            </a:solidFill>
            <a:ln>
              <a:solidFill>
                <a:srgbClr val="004B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0" name="flipH child green oval">
              <a:extLst>
                <a:ext uri="{FF2B5EF4-FFF2-40B4-BE49-F238E27FC236}">
                  <a16:creationId xmlns:a16="http://schemas.microsoft.com/office/drawing/2014/main" id="{22AB09C7-B29B-7312-BCFC-863E141B1E5E}"/>
                </a:ext>
              </a:extLst>
            </p:cNvPr>
            <p:cNvSpPr/>
            <p:nvPr/>
          </p:nvSpPr>
          <p:spPr>
            <a:xfrm>
              <a:off x="6235700" y="1689100"/>
              <a:ext cx="736600" cy="736600"/>
            </a:xfrm>
            <a:prstGeom prst="ellipse">
              <a:avLst/>
            </a:prstGeom>
            <a:solidFill>
              <a:srgbClr val="32A865"/>
            </a:solidFill>
            <a:ln>
              <a:solidFill>
                <a:srgbClr val="2255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B</a:t>
              </a:r>
            </a:p>
          </p:txBody>
        </p:sp>
        <p:sp>
          <p:nvSpPr>
            <p:cNvPr id="11" name="flipH child purple triangle">
              <a:extLst>
                <a:ext uri="{FF2B5EF4-FFF2-40B4-BE49-F238E27FC236}">
                  <a16:creationId xmlns:a16="http://schemas.microsoft.com/office/drawing/2014/main" id="{E67ACAE3-F74C-B9AD-2372-F58E589AEB55}"/>
                </a:ext>
              </a:extLst>
            </p:cNvPr>
            <p:cNvSpPr/>
            <p:nvPr/>
          </p:nvSpPr>
          <p:spPr>
            <a:xfrm>
              <a:off x="5194300" y="2374900"/>
              <a:ext cx="1168400" cy="787400"/>
            </a:xfrm>
            <a:prstGeom prst="triangle">
              <a:avLst/>
            </a:prstGeom>
            <a:solidFill>
              <a:srgbClr val="C25FB1"/>
            </a:solidFill>
            <a:ln>
              <a:solidFill>
                <a:srgbClr val="6921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BDF40C-2CC2-7F90-6D09-BD5A33C85E56}"/>
              </a:ext>
            </a:extLst>
          </p:cNvPr>
          <p:cNvSpPr txBox="1"/>
          <p:nvPr/>
        </p:nvSpPr>
        <p:spPr>
          <a:xfrm>
            <a:off x="8382000" y="850900"/>
            <a:ext cx="266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latin typeface="Aptos" panose="020B0004020202020204" pitchFamily="34" charset="0"/>
              </a:rPr>
              <a:t>flipV</a:t>
            </a:r>
          </a:p>
        </p:txBody>
      </p:sp>
      <p:grpSp>
        <p:nvGrpSpPr>
          <p:cNvPr id="17" name="flipV">
            <a:extLst>
              <a:ext uri="{FF2B5EF4-FFF2-40B4-BE49-F238E27FC236}">
                <a16:creationId xmlns:a16="http://schemas.microsoft.com/office/drawing/2014/main" id="{BCE22EB4-138D-90DC-6C9B-E825DCB1D793}"/>
              </a:ext>
            </a:extLst>
          </p:cNvPr>
          <p:cNvGrpSpPr/>
          <p:nvPr/>
        </p:nvGrpSpPr>
        <p:grpSpPr>
          <a:xfrm flipV="1">
            <a:off x="8382000" y="1206500"/>
            <a:ext cx="2336800" cy="1955800"/>
            <a:chOff x="8382000" y="1206500"/>
            <a:chExt cx="2336800" cy="1955800"/>
          </a:xfrm>
        </p:grpSpPr>
        <p:sp>
          <p:nvSpPr>
            <p:cNvPr id="14" name="flipV child blue rect">
              <a:extLst>
                <a:ext uri="{FF2B5EF4-FFF2-40B4-BE49-F238E27FC236}">
                  <a16:creationId xmlns:a16="http://schemas.microsoft.com/office/drawing/2014/main" id="{97411D60-6256-9DBC-A401-C54153057FDB}"/>
                </a:ext>
              </a:extLst>
            </p:cNvPr>
            <p:cNvSpPr/>
            <p:nvPr/>
          </p:nvSpPr>
          <p:spPr>
            <a:xfrm>
              <a:off x="8382000" y="1206500"/>
              <a:ext cx="1219200" cy="609600"/>
            </a:xfrm>
            <a:prstGeom prst="rect">
              <a:avLst/>
            </a:prstGeom>
            <a:solidFill>
              <a:srgbClr val="3F95D9"/>
            </a:solidFill>
            <a:ln>
              <a:solidFill>
                <a:srgbClr val="004B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5" name="flipV child green oval">
              <a:extLst>
                <a:ext uri="{FF2B5EF4-FFF2-40B4-BE49-F238E27FC236}">
                  <a16:creationId xmlns:a16="http://schemas.microsoft.com/office/drawing/2014/main" id="{7FA854AB-946A-137D-6E09-BAF668F9DB6D}"/>
                </a:ext>
              </a:extLst>
            </p:cNvPr>
            <p:cNvSpPr/>
            <p:nvPr/>
          </p:nvSpPr>
          <p:spPr>
            <a:xfrm>
              <a:off x="9982200" y="1689100"/>
              <a:ext cx="736600" cy="736600"/>
            </a:xfrm>
            <a:prstGeom prst="ellipse">
              <a:avLst/>
            </a:prstGeom>
            <a:solidFill>
              <a:srgbClr val="32A865"/>
            </a:solidFill>
            <a:ln>
              <a:solidFill>
                <a:srgbClr val="2255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B</a:t>
              </a:r>
            </a:p>
          </p:txBody>
        </p:sp>
        <p:sp>
          <p:nvSpPr>
            <p:cNvPr id="16" name="flipV child purple triangle">
              <a:extLst>
                <a:ext uri="{FF2B5EF4-FFF2-40B4-BE49-F238E27FC236}">
                  <a16:creationId xmlns:a16="http://schemas.microsoft.com/office/drawing/2014/main" id="{5E25060E-D50D-8F9A-DF57-393ACA1C57C9}"/>
                </a:ext>
              </a:extLst>
            </p:cNvPr>
            <p:cNvSpPr/>
            <p:nvPr/>
          </p:nvSpPr>
          <p:spPr>
            <a:xfrm>
              <a:off x="8940800" y="2374900"/>
              <a:ext cx="1168400" cy="787400"/>
            </a:xfrm>
            <a:prstGeom prst="triangle">
              <a:avLst/>
            </a:prstGeom>
            <a:solidFill>
              <a:srgbClr val="C25FB1"/>
            </a:solidFill>
            <a:ln>
              <a:solidFill>
                <a:srgbClr val="6921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00AC11B-92EF-CDCF-A447-560552FBA89D}"/>
              </a:ext>
            </a:extLst>
          </p:cNvPr>
          <p:cNvSpPr txBox="1"/>
          <p:nvPr/>
        </p:nvSpPr>
        <p:spPr>
          <a:xfrm>
            <a:off x="4445000" y="3898900"/>
            <a:ext cx="266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latin typeface="Aptos" panose="020B0004020202020204" pitchFamily="34" charset="0"/>
              </a:rPr>
              <a:t>rot330-flipHV</a:t>
            </a:r>
          </a:p>
        </p:txBody>
      </p:sp>
      <p:grpSp>
        <p:nvGrpSpPr>
          <p:cNvPr id="22" name="rot330-flipHV">
            <a:extLst>
              <a:ext uri="{FF2B5EF4-FFF2-40B4-BE49-F238E27FC236}">
                <a16:creationId xmlns:a16="http://schemas.microsoft.com/office/drawing/2014/main" id="{2FB2423B-93B6-AB4B-0E66-646367B4956E}"/>
              </a:ext>
            </a:extLst>
          </p:cNvPr>
          <p:cNvGrpSpPr/>
          <p:nvPr/>
        </p:nvGrpSpPr>
        <p:grpSpPr>
          <a:xfrm rot="19800000" flipH="1" flipV="1">
            <a:off x="4445000" y="4254500"/>
            <a:ext cx="2336800" cy="1955800"/>
            <a:chOff x="4445000" y="4254500"/>
            <a:chExt cx="2336800" cy="1955800"/>
          </a:xfrm>
        </p:grpSpPr>
        <p:sp>
          <p:nvSpPr>
            <p:cNvPr id="19" name="rot330-flipHV child blue rect">
              <a:extLst>
                <a:ext uri="{FF2B5EF4-FFF2-40B4-BE49-F238E27FC236}">
                  <a16:creationId xmlns:a16="http://schemas.microsoft.com/office/drawing/2014/main" id="{9BB0E20F-8E09-A14A-3C87-94382C0102D0}"/>
                </a:ext>
              </a:extLst>
            </p:cNvPr>
            <p:cNvSpPr/>
            <p:nvPr/>
          </p:nvSpPr>
          <p:spPr>
            <a:xfrm>
              <a:off x="4445000" y="4254500"/>
              <a:ext cx="1219200" cy="609600"/>
            </a:xfrm>
            <a:prstGeom prst="rect">
              <a:avLst/>
            </a:prstGeom>
            <a:solidFill>
              <a:srgbClr val="3F95D9"/>
            </a:solidFill>
            <a:ln>
              <a:solidFill>
                <a:srgbClr val="004B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20" name="rot330-flipHV child green oval">
              <a:extLst>
                <a:ext uri="{FF2B5EF4-FFF2-40B4-BE49-F238E27FC236}">
                  <a16:creationId xmlns:a16="http://schemas.microsoft.com/office/drawing/2014/main" id="{A72FCF45-C0B9-2C0A-3ACC-8C7AB6C790AB}"/>
                </a:ext>
              </a:extLst>
            </p:cNvPr>
            <p:cNvSpPr/>
            <p:nvPr/>
          </p:nvSpPr>
          <p:spPr>
            <a:xfrm>
              <a:off x="6045200" y="4737100"/>
              <a:ext cx="736600" cy="736600"/>
            </a:xfrm>
            <a:prstGeom prst="ellipse">
              <a:avLst/>
            </a:prstGeom>
            <a:solidFill>
              <a:srgbClr val="32A865"/>
            </a:solidFill>
            <a:ln>
              <a:solidFill>
                <a:srgbClr val="2255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B</a:t>
              </a:r>
            </a:p>
          </p:txBody>
        </p:sp>
        <p:sp>
          <p:nvSpPr>
            <p:cNvPr id="21" name="rot330-flipHV child purple triangle">
              <a:extLst>
                <a:ext uri="{FF2B5EF4-FFF2-40B4-BE49-F238E27FC236}">
                  <a16:creationId xmlns:a16="http://schemas.microsoft.com/office/drawing/2014/main" id="{5B171739-31EC-00B3-18FF-8C6AF2B3BC36}"/>
                </a:ext>
              </a:extLst>
            </p:cNvPr>
            <p:cNvSpPr/>
            <p:nvPr/>
          </p:nvSpPr>
          <p:spPr>
            <a:xfrm>
              <a:off x="5003800" y="5422900"/>
              <a:ext cx="1168400" cy="787400"/>
            </a:xfrm>
            <a:prstGeom prst="triangle">
              <a:avLst/>
            </a:prstGeom>
            <a:solidFill>
              <a:srgbClr val="C25FB1"/>
            </a:solidFill>
            <a:ln>
              <a:solidFill>
                <a:srgbClr val="6921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C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D0936B8-8BA1-5BC4-E1A9-4FB54E5A9B3D}"/>
              </a:ext>
            </a:extLst>
          </p:cNvPr>
          <p:cNvSpPr txBox="1"/>
          <p:nvPr/>
        </p:nvSpPr>
        <p:spPr>
          <a:xfrm>
            <a:off x="304800" y="63500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latin typeface="Aptos" panose="020B0004020202020204" pitchFamily="34" charset="0"/>
              </a:rPr>
              <a:t>Fixture intent: child absolute frames must account for enclosing group rot/flipH/flipV, not only off/ext scaling.</a:t>
            </a:r>
          </a:p>
        </p:txBody>
      </p:sp>
    </p:spTree>
    <p:extLst>
      <p:ext uri="{BB962C8B-B14F-4D97-AF65-F5344CB8AC3E}">
        <p14:creationId xmlns:p14="http://schemas.microsoft.com/office/powerpoint/2010/main" val="2349191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2026-06-18T14:37:12Z</dcterms:created>
  <dcterms:modified xsi:type="dcterms:W3CDTF">2026-06-18T14:37:19Z</dcterms:modified>
</cp:coreProperties>
</file>