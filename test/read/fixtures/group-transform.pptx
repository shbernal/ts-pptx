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37" d="100"/>
          <a:sy n="37" d="100"/>
        </p:scale>
        <p:origin x="88" y="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67CCB2-A67D-296A-7A8A-273DA904B1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FC5D7E7-2045-96AD-1A43-43A5E4B47C4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9BEA847-575B-78D9-5EC6-0F608C15AD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6D4E1-CC08-42F1-B88F-E048070B7A9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268BD3-F3D8-448C-80DA-C6CB91D0665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40357F-2DFE-6DEF-B377-05EDAFE899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19F65-89E2-4C01-9CB9-1B657DB64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73270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3E6671-D2B0-F8D1-2902-BBD606BC96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C3CDFD-FC9F-76BF-C001-D64D2B54EC2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01692CC-609F-2E52-0D7D-5B1A09EF775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6D4E1-CC08-42F1-B88F-E048070B7A9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962BEAE-7BD1-3904-F045-BDD267A7AB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D4FA4C-4B10-09D5-52E2-E7758A99EA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19F65-89E2-4C01-9CB9-1B657DB64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0866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BE173D-2E91-EE58-94C2-8D070160A9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115B22F-B412-18C3-0D2C-6BBDB9BF2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D6E546-EDAA-5F50-0481-1FC9852D58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6D4E1-CC08-42F1-B88F-E048070B7A9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51096C-8E51-E663-B8EF-E42F4D9C15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39D2FF-40C7-11DF-A340-B4BF22572A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19F65-89E2-4C01-9CB9-1B657DB64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31588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31FB8-B124-BFBF-D0A9-D330C7F7D9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2A1A0B-DF15-D5A6-10D9-57AC0C5C17F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BA18A0F-4490-2809-9296-792709ABF58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762E695-1CE4-CDDA-38CB-6E5A368614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6D4E1-CC08-42F1-B88F-E048070B7A9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A9CBD9E-CF89-F12D-C43F-BCFF49200C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F0C8844-2CB3-D157-0391-73421B1B3A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19F65-89E2-4C01-9CB9-1B657DB64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32691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4FBD5C-108E-4785-0599-50085EC9BE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B607ADA-58BC-4730-4117-322EDE458E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048C8D-3188-9077-E768-70FEC73C2F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0A964C5-35F4-0F8A-D98F-35BF850599C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C83F4EE-7A48-5C15-382B-5E0B1FEF440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5923E69-29F1-D359-93E4-B4AC217920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6D4E1-CC08-42F1-B88F-E048070B7A9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9FE8842-FA74-4C2F-C2EA-5C62745B63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B3E3892-5F72-C6B8-B254-2E18F7DFBF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19F65-89E2-4C01-9CB9-1B657DB64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3835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629410-CAB1-C9B3-5265-A4522E7B30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60E90E-3713-EC64-23EF-13F2DE14A5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6D4E1-CC08-42F1-B88F-E048070B7A9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0818C08-B662-29DB-04BB-AB15D59734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863BF03-25D1-A7A5-DDD1-D35E14A40E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19F65-89E2-4C01-9CB9-1B657DB64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96973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5736049-CE88-35A2-C813-9FB2FDDC4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6D4E1-CC08-42F1-B88F-E048070B7A9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E66D45C-829D-3844-9C71-96077340D1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DF50D89-63BF-4580-53A2-BF991F4702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19F65-89E2-4C01-9CB9-1B657DB64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97449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C350D8-A8AB-1148-98E8-3862D9AC40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CDB8E1-5F2B-06DE-8F16-90E81677B0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A8DF89-5E9F-7B82-129D-960733BAB1E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4BD7B6D-E094-CC9F-7E25-9650E57301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6D4E1-CC08-42F1-B88F-E048070B7A9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7DFA2D6-55A7-2339-950F-2EBFE599F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EBFD89-5C12-07C3-3EB3-B7CD8009B1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19F65-89E2-4C01-9CB9-1B657DB64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898936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A86FB4-B09D-756C-10ED-79703F7733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DB229A-D60C-ED77-65E5-6AA51558DC5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C06568D-CD50-852F-9DD5-7F187A5901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1DBD52F-CFF7-6F91-3D16-E59E960F86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6D4E1-CC08-42F1-B88F-E048070B7A9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DC5705F-5B1C-D9B1-A21B-350DC86D7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4205B1-C5B0-6A41-6287-948A877E92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19F65-89E2-4C01-9CB9-1B657DB64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77376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EFABEA-B96B-4899-05D4-23160B86EF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BF905E-B80B-DDB3-0173-05BB75365AE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075829-D276-B16D-CDDE-C32ED378D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6D4E1-CC08-42F1-B88F-E048070B7A9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90C512-8AD5-4805-8319-B615ED86BB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BFEA34-9CB9-7CF8-C2DC-66348EEA8A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19F65-89E2-4C01-9CB9-1B657DB64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51803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D05120E-70E7-126D-D4E0-DED8D9DC91C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AB8C021-AE9A-C77E-2201-53C41778763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A4CEA5-5ABD-F731-F194-35818C70B4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E6D4E1-CC08-42F1-B88F-E048070B7A9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A5F44DC-69F6-5239-19EB-031C012434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AFCAA-E562-AB83-8446-B2F7BBB7F1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219F65-89E2-4C01-9CB9-1B657DB64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29456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BB67751-338B-0562-FF0E-889CD1E637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34B572-1FD0-BAA7-B5AC-E8C6415C26A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11236E9-86D9-568E-53ED-2C2B2C047FB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AE6D4E1-CC08-42F1-B88F-E048070B7A93}" type="datetimeFigureOut">
              <a:rPr lang="en-US" smtClean="0"/>
              <a:t>6/18/2026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AA45C3A-D196-65DE-1644-E901899E5B3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437E6C1-6A34-2194-6F59-0399E48080C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219F65-89E2-4C01-9CB9-1B657DB643A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43219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 Grouped PowerPoint transforms; slide 2 is duplicated and ungrouped in PowerPoint">
            <a:extLst>
              <a:ext uri="{FF2B5EF4-FFF2-40B4-BE49-F238E27FC236}">
                <a16:creationId xmlns:a16="http://schemas.microsoft.com/office/drawing/2014/main" id="{B0C0AF6F-B9CB-6633-E8E1-8A099E7740E5}"/>
              </a:ext>
            </a:extLst>
          </p:cNvPr>
          <p:cNvSpPr txBox="1"/>
          <p:nvPr/>
        </p:nvSpPr>
        <p:spPr>
          <a:xfrm>
            <a:off x="304800" y="203200"/>
            <a:ext cx="1143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Grouped PowerPoint transforms; slide 2 is duplicated and ungrouped in PowerPoint</a:t>
            </a:r>
          </a:p>
        </p:txBody>
      </p:sp>
      <p:sp>
        <p:nvSpPr>
          <p:cNvPr id="3" name="label rot30">
            <a:extLst>
              <a:ext uri="{FF2B5EF4-FFF2-40B4-BE49-F238E27FC236}">
                <a16:creationId xmlns:a16="http://schemas.microsoft.com/office/drawing/2014/main" id="{D2D0F98B-66FD-5AED-F280-DE247191E08B}"/>
              </a:ext>
            </a:extLst>
          </p:cNvPr>
          <p:cNvSpPr txBox="1"/>
          <p:nvPr/>
        </p:nvSpPr>
        <p:spPr>
          <a:xfrm>
            <a:off x="889000" y="889000"/>
            <a:ext cx="26035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rot30</a:t>
            </a:r>
          </a:p>
        </p:txBody>
      </p:sp>
      <p:grpSp>
        <p:nvGrpSpPr>
          <p:cNvPr id="7" name="rot30">
            <a:extLst>
              <a:ext uri="{FF2B5EF4-FFF2-40B4-BE49-F238E27FC236}">
                <a16:creationId xmlns:a16="http://schemas.microsoft.com/office/drawing/2014/main" id="{0394D20F-FC68-CCF7-A1EB-489CE7CF6CBA}"/>
              </a:ext>
            </a:extLst>
          </p:cNvPr>
          <p:cNvGrpSpPr>
            <a:grpSpLocks/>
          </p:cNvGrpSpPr>
          <p:nvPr/>
        </p:nvGrpSpPr>
        <p:grpSpPr>
          <a:xfrm rot="1800000">
            <a:off x="889000" y="1219200"/>
            <a:ext cx="2336800" cy="1955800"/>
            <a:chOff x="889000" y="1219200"/>
            <a:chExt cx="2336800" cy="1955800"/>
          </a:xfrm>
        </p:grpSpPr>
        <p:sp>
          <p:nvSpPr>
            <p:cNvPr id="4" name="rot30 child blue rect">
              <a:extLst>
                <a:ext uri="{FF2B5EF4-FFF2-40B4-BE49-F238E27FC236}">
                  <a16:creationId xmlns:a16="http://schemas.microsoft.com/office/drawing/2014/main" id="{30C2C588-F61C-72D1-E8CB-E0233C312860}"/>
                </a:ext>
              </a:extLst>
            </p:cNvPr>
            <p:cNvSpPr/>
            <p:nvPr/>
          </p:nvSpPr>
          <p:spPr>
            <a:xfrm>
              <a:off x="889000" y="1219200"/>
              <a:ext cx="1219200" cy="609600"/>
            </a:xfrm>
            <a:prstGeom prst="rect">
              <a:avLst/>
            </a:prstGeom>
            <a:solidFill>
              <a:srgbClr val="4375CD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" name="rot30 child green oval">
              <a:extLst>
                <a:ext uri="{FF2B5EF4-FFF2-40B4-BE49-F238E27FC236}">
                  <a16:creationId xmlns:a16="http://schemas.microsoft.com/office/drawing/2014/main" id="{04594D0F-94DC-5AEC-C64C-89B754D1891B}"/>
                </a:ext>
              </a:extLst>
            </p:cNvPr>
            <p:cNvSpPr/>
            <p:nvPr/>
          </p:nvSpPr>
          <p:spPr>
            <a:xfrm>
              <a:off x="2489200" y="1701800"/>
              <a:ext cx="736600" cy="736600"/>
            </a:xfrm>
            <a:prstGeom prst="ellipse">
              <a:avLst/>
            </a:prstGeom>
            <a:solidFill>
              <a:srgbClr val="50A05A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" name="rot30 child purple triangle">
              <a:extLst>
                <a:ext uri="{FF2B5EF4-FFF2-40B4-BE49-F238E27FC236}">
                  <a16:creationId xmlns:a16="http://schemas.microsoft.com/office/drawing/2014/main" id="{858E5148-BC63-7F95-196F-169BB06E100A}"/>
                </a:ext>
              </a:extLst>
            </p:cNvPr>
            <p:cNvSpPr/>
            <p:nvPr/>
          </p:nvSpPr>
          <p:spPr>
            <a:xfrm>
              <a:off x="1447800" y="2387600"/>
              <a:ext cx="1168400" cy="787400"/>
            </a:xfrm>
            <a:prstGeom prst="triangle">
              <a:avLst/>
            </a:prstGeom>
            <a:solidFill>
              <a:srgbClr val="7D50AA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8" name="label flipH">
            <a:extLst>
              <a:ext uri="{FF2B5EF4-FFF2-40B4-BE49-F238E27FC236}">
                <a16:creationId xmlns:a16="http://schemas.microsoft.com/office/drawing/2014/main" id="{B72C9FD3-A108-B497-8C52-2524BA65E9F6}"/>
              </a:ext>
            </a:extLst>
          </p:cNvPr>
          <p:cNvSpPr txBox="1"/>
          <p:nvPr/>
        </p:nvSpPr>
        <p:spPr>
          <a:xfrm>
            <a:off x="3810000" y="889000"/>
            <a:ext cx="26035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flipH</a:t>
            </a:r>
          </a:p>
        </p:txBody>
      </p:sp>
      <p:grpSp>
        <p:nvGrpSpPr>
          <p:cNvPr id="12" name="flipH">
            <a:extLst>
              <a:ext uri="{FF2B5EF4-FFF2-40B4-BE49-F238E27FC236}">
                <a16:creationId xmlns:a16="http://schemas.microsoft.com/office/drawing/2014/main" id="{C58F42F5-628B-7D7D-B22B-4F3B79B46719}"/>
              </a:ext>
            </a:extLst>
          </p:cNvPr>
          <p:cNvGrpSpPr>
            <a:grpSpLocks/>
          </p:cNvGrpSpPr>
          <p:nvPr/>
        </p:nvGrpSpPr>
        <p:grpSpPr>
          <a:xfrm flipH="1">
            <a:off x="3810000" y="1219200"/>
            <a:ext cx="2336800" cy="1955800"/>
            <a:chOff x="3810000" y="1219200"/>
            <a:chExt cx="2336800" cy="1955800"/>
          </a:xfrm>
        </p:grpSpPr>
        <p:sp>
          <p:nvSpPr>
            <p:cNvPr id="9" name="flipH child blue rect">
              <a:extLst>
                <a:ext uri="{FF2B5EF4-FFF2-40B4-BE49-F238E27FC236}">
                  <a16:creationId xmlns:a16="http://schemas.microsoft.com/office/drawing/2014/main" id="{0AA89AC1-4103-9665-C6E2-310AE4E4B8D7}"/>
                </a:ext>
              </a:extLst>
            </p:cNvPr>
            <p:cNvSpPr/>
            <p:nvPr/>
          </p:nvSpPr>
          <p:spPr>
            <a:xfrm>
              <a:off x="3810000" y="1219200"/>
              <a:ext cx="1219200" cy="609600"/>
            </a:xfrm>
            <a:prstGeom prst="rect">
              <a:avLst/>
            </a:prstGeom>
            <a:solidFill>
              <a:srgbClr val="4375CD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0" name="flipH child green oval">
              <a:extLst>
                <a:ext uri="{FF2B5EF4-FFF2-40B4-BE49-F238E27FC236}">
                  <a16:creationId xmlns:a16="http://schemas.microsoft.com/office/drawing/2014/main" id="{6F51633F-7E9A-8D8E-FC8F-00F57122A7D8}"/>
                </a:ext>
              </a:extLst>
            </p:cNvPr>
            <p:cNvSpPr/>
            <p:nvPr/>
          </p:nvSpPr>
          <p:spPr>
            <a:xfrm>
              <a:off x="5410200" y="1701800"/>
              <a:ext cx="736600" cy="736600"/>
            </a:xfrm>
            <a:prstGeom prst="ellipse">
              <a:avLst/>
            </a:prstGeom>
            <a:solidFill>
              <a:srgbClr val="50A05A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" name="flipH child purple triangle">
              <a:extLst>
                <a:ext uri="{FF2B5EF4-FFF2-40B4-BE49-F238E27FC236}">
                  <a16:creationId xmlns:a16="http://schemas.microsoft.com/office/drawing/2014/main" id="{86C8A514-BE8A-4854-4321-C9DB10E1B333}"/>
                </a:ext>
              </a:extLst>
            </p:cNvPr>
            <p:cNvSpPr/>
            <p:nvPr/>
          </p:nvSpPr>
          <p:spPr>
            <a:xfrm>
              <a:off x="4368800" y="2387600"/>
              <a:ext cx="1168400" cy="787400"/>
            </a:xfrm>
            <a:prstGeom prst="triangle">
              <a:avLst/>
            </a:prstGeom>
            <a:solidFill>
              <a:srgbClr val="7D50AA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3" name="label flipV">
            <a:extLst>
              <a:ext uri="{FF2B5EF4-FFF2-40B4-BE49-F238E27FC236}">
                <a16:creationId xmlns:a16="http://schemas.microsoft.com/office/drawing/2014/main" id="{F04B2CDB-70BF-A16E-B916-2A0ECB185E95}"/>
              </a:ext>
            </a:extLst>
          </p:cNvPr>
          <p:cNvSpPr txBox="1"/>
          <p:nvPr/>
        </p:nvSpPr>
        <p:spPr>
          <a:xfrm>
            <a:off x="6731000" y="889000"/>
            <a:ext cx="26035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flipV</a:t>
            </a:r>
          </a:p>
        </p:txBody>
      </p:sp>
      <p:grpSp>
        <p:nvGrpSpPr>
          <p:cNvPr id="17" name="flipV">
            <a:extLst>
              <a:ext uri="{FF2B5EF4-FFF2-40B4-BE49-F238E27FC236}">
                <a16:creationId xmlns:a16="http://schemas.microsoft.com/office/drawing/2014/main" id="{BAA7EE35-0147-1973-402E-8FEF469B9ECC}"/>
              </a:ext>
            </a:extLst>
          </p:cNvPr>
          <p:cNvGrpSpPr>
            <a:grpSpLocks/>
          </p:cNvGrpSpPr>
          <p:nvPr/>
        </p:nvGrpSpPr>
        <p:grpSpPr>
          <a:xfrm flipV="1">
            <a:off x="6731000" y="1219200"/>
            <a:ext cx="2336800" cy="1955800"/>
            <a:chOff x="6731000" y="1219200"/>
            <a:chExt cx="2336800" cy="1955800"/>
          </a:xfrm>
        </p:grpSpPr>
        <p:sp>
          <p:nvSpPr>
            <p:cNvPr id="14" name="flipV child blue rect">
              <a:extLst>
                <a:ext uri="{FF2B5EF4-FFF2-40B4-BE49-F238E27FC236}">
                  <a16:creationId xmlns:a16="http://schemas.microsoft.com/office/drawing/2014/main" id="{9B90309D-1264-C229-D815-67A954FA6E96}"/>
                </a:ext>
              </a:extLst>
            </p:cNvPr>
            <p:cNvSpPr/>
            <p:nvPr/>
          </p:nvSpPr>
          <p:spPr>
            <a:xfrm>
              <a:off x="6731000" y="1219200"/>
              <a:ext cx="1219200" cy="609600"/>
            </a:xfrm>
            <a:prstGeom prst="rect">
              <a:avLst/>
            </a:prstGeom>
            <a:solidFill>
              <a:srgbClr val="4375CD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lipV child green oval">
              <a:extLst>
                <a:ext uri="{FF2B5EF4-FFF2-40B4-BE49-F238E27FC236}">
                  <a16:creationId xmlns:a16="http://schemas.microsoft.com/office/drawing/2014/main" id="{0521ED0D-EA86-6594-EEBA-BD245765A6B8}"/>
                </a:ext>
              </a:extLst>
            </p:cNvPr>
            <p:cNvSpPr/>
            <p:nvPr/>
          </p:nvSpPr>
          <p:spPr>
            <a:xfrm>
              <a:off x="8331200" y="1701800"/>
              <a:ext cx="736600" cy="736600"/>
            </a:xfrm>
            <a:prstGeom prst="ellipse">
              <a:avLst/>
            </a:prstGeom>
            <a:solidFill>
              <a:srgbClr val="50A05A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lipV child purple triangle">
              <a:extLst>
                <a:ext uri="{FF2B5EF4-FFF2-40B4-BE49-F238E27FC236}">
                  <a16:creationId xmlns:a16="http://schemas.microsoft.com/office/drawing/2014/main" id="{9EE54A7A-23DA-E5A9-F0ED-3443D26F25B2}"/>
                </a:ext>
              </a:extLst>
            </p:cNvPr>
            <p:cNvSpPr/>
            <p:nvPr/>
          </p:nvSpPr>
          <p:spPr>
            <a:xfrm>
              <a:off x="7289800" y="2387600"/>
              <a:ext cx="1168400" cy="787400"/>
            </a:xfrm>
            <a:prstGeom prst="triangle">
              <a:avLst/>
            </a:prstGeom>
            <a:solidFill>
              <a:srgbClr val="7D50AA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8" name="label rot330-flipHV">
            <a:extLst>
              <a:ext uri="{FF2B5EF4-FFF2-40B4-BE49-F238E27FC236}">
                <a16:creationId xmlns:a16="http://schemas.microsoft.com/office/drawing/2014/main" id="{4DFACB0D-65DE-2A9B-ED1B-BE3E0215B97C}"/>
              </a:ext>
            </a:extLst>
          </p:cNvPr>
          <p:cNvSpPr txBox="1"/>
          <p:nvPr/>
        </p:nvSpPr>
        <p:spPr>
          <a:xfrm>
            <a:off x="9525000" y="889000"/>
            <a:ext cx="26035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rot330-flipHV</a:t>
            </a:r>
          </a:p>
        </p:txBody>
      </p:sp>
      <p:grpSp>
        <p:nvGrpSpPr>
          <p:cNvPr id="22" name="rot330-flipHV">
            <a:extLst>
              <a:ext uri="{FF2B5EF4-FFF2-40B4-BE49-F238E27FC236}">
                <a16:creationId xmlns:a16="http://schemas.microsoft.com/office/drawing/2014/main" id="{45F2F034-2479-BEC1-77D4-7D90884FEAF7}"/>
              </a:ext>
            </a:extLst>
          </p:cNvPr>
          <p:cNvGrpSpPr>
            <a:grpSpLocks/>
          </p:cNvGrpSpPr>
          <p:nvPr/>
        </p:nvGrpSpPr>
        <p:grpSpPr>
          <a:xfrm rot="19800000" flipH="1" flipV="1">
            <a:off x="9525000" y="1219200"/>
            <a:ext cx="2336800" cy="1955800"/>
            <a:chOff x="9525000" y="1219200"/>
            <a:chExt cx="2336800" cy="1955800"/>
          </a:xfrm>
        </p:grpSpPr>
        <p:sp>
          <p:nvSpPr>
            <p:cNvPr id="19" name="rot330-flipHV child blue rect">
              <a:extLst>
                <a:ext uri="{FF2B5EF4-FFF2-40B4-BE49-F238E27FC236}">
                  <a16:creationId xmlns:a16="http://schemas.microsoft.com/office/drawing/2014/main" id="{9BFE9F96-61F5-90B6-23CA-B0D8573C13A5}"/>
                </a:ext>
              </a:extLst>
            </p:cNvPr>
            <p:cNvSpPr/>
            <p:nvPr/>
          </p:nvSpPr>
          <p:spPr>
            <a:xfrm>
              <a:off x="9525000" y="1219200"/>
              <a:ext cx="1219200" cy="609600"/>
            </a:xfrm>
            <a:prstGeom prst="rect">
              <a:avLst/>
            </a:prstGeom>
            <a:solidFill>
              <a:srgbClr val="4375CD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rot330-flipHV child green oval">
              <a:extLst>
                <a:ext uri="{FF2B5EF4-FFF2-40B4-BE49-F238E27FC236}">
                  <a16:creationId xmlns:a16="http://schemas.microsoft.com/office/drawing/2014/main" id="{62FAE74A-29BA-CCBE-F0A3-B7A7E53354D8}"/>
                </a:ext>
              </a:extLst>
            </p:cNvPr>
            <p:cNvSpPr/>
            <p:nvPr/>
          </p:nvSpPr>
          <p:spPr>
            <a:xfrm>
              <a:off x="11125200" y="1701800"/>
              <a:ext cx="736600" cy="736600"/>
            </a:xfrm>
            <a:prstGeom prst="ellipse">
              <a:avLst/>
            </a:prstGeom>
            <a:solidFill>
              <a:srgbClr val="50A05A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rot330-flipHV child purple triangle">
              <a:extLst>
                <a:ext uri="{FF2B5EF4-FFF2-40B4-BE49-F238E27FC236}">
                  <a16:creationId xmlns:a16="http://schemas.microsoft.com/office/drawing/2014/main" id="{7AA0752B-C840-7284-8B99-DD8B3636A1C7}"/>
                </a:ext>
              </a:extLst>
            </p:cNvPr>
            <p:cNvSpPr/>
            <p:nvPr/>
          </p:nvSpPr>
          <p:spPr>
            <a:xfrm>
              <a:off x="10083800" y="2387600"/>
              <a:ext cx="1168400" cy="787400"/>
            </a:xfrm>
            <a:prstGeom prst="triangle">
              <a:avLst/>
            </a:prstGeom>
            <a:solidFill>
              <a:srgbClr val="7D50AA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3" name="label scale-rot">
            <a:extLst>
              <a:ext uri="{FF2B5EF4-FFF2-40B4-BE49-F238E27FC236}">
                <a16:creationId xmlns:a16="http://schemas.microsoft.com/office/drawing/2014/main" id="{DFCFFC2E-E95A-5059-3B3F-E3C1122099EC}"/>
              </a:ext>
            </a:extLst>
          </p:cNvPr>
          <p:cNvSpPr txBox="1"/>
          <p:nvPr/>
        </p:nvSpPr>
        <p:spPr>
          <a:xfrm>
            <a:off x="889000" y="4051300"/>
            <a:ext cx="26035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scale-rot</a:t>
            </a:r>
          </a:p>
        </p:txBody>
      </p:sp>
      <p:grpSp>
        <p:nvGrpSpPr>
          <p:cNvPr id="27" name="scale-rot">
            <a:extLst>
              <a:ext uri="{FF2B5EF4-FFF2-40B4-BE49-F238E27FC236}">
                <a16:creationId xmlns:a16="http://schemas.microsoft.com/office/drawing/2014/main" id="{A1ACE517-32AB-FBB1-A67B-13D56E7842CA}"/>
              </a:ext>
            </a:extLst>
          </p:cNvPr>
          <p:cNvGrpSpPr>
            <a:grpSpLocks/>
          </p:cNvGrpSpPr>
          <p:nvPr/>
        </p:nvGrpSpPr>
        <p:grpSpPr>
          <a:xfrm rot="1500000">
            <a:off x="889000" y="4381500"/>
            <a:ext cx="3084576" cy="1603756"/>
            <a:chOff x="889000" y="4381500"/>
            <a:chExt cx="2336800" cy="1955800"/>
          </a:xfrm>
        </p:grpSpPr>
        <p:sp>
          <p:nvSpPr>
            <p:cNvPr id="24" name="scale-rot child blue rect">
              <a:extLst>
                <a:ext uri="{FF2B5EF4-FFF2-40B4-BE49-F238E27FC236}">
                  <a16:creationId xmlns:a16="http://schemas.microsoft.com/office/drawing/2014/main" id="{4F8AD937-4934-A584-4443-F539EF7C46CC}"/>
                </a:ext>
              </a:extLst>
            </p:cNvPr>
            <p:cNvSpPr/>
            <p:nvPr/>
          </p:nvSpPr>
          <p:spPr>
            <a:xfrm>
              <a:off x="889000" y="4381500"/>
              <a:ext cx="1219200" cy="609600"/>
            </a:xfrm>
            <a:prstGeom prst="rect">
              <a:avLst/>
            </a:prstGeom>
            <a:solidFill>
              <a:srgbClr val="4375CD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scale-rot child green oval">
              <a:extLst>
                <a:ext uri="{FF2B5EF4-FFF2-40B4-BE49-F238E27FC236}">
                  <a16:creationId xmlns:a16="http://schemas.microsoft.com/office/drawing/2014/main" id="{ECD1D6BC-1F80-8D59-3B62-D8461EB94BA3}"/>
                </a:ext>
              </a:extLst>
            </p:cNvPr>
            <p:cNvSpPr/>
            <p:nvPr/>
          </p:nvSpPr>
          <p:spPr>
            <a:xfrm>
              <a:off x="2489200" y="4864100"/>
              <a:ext cx="736600" cy="736600"/>
            </a:xfrm>
            <a:prstGeom prst="ellipse">
              <a:avLst/>
            </a:prstGeom>
            <a:solidFill>
              <a:srgbClr val="50A05A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6" name="scale-rot child purple triangle">
              <a:extLst>
                <a:ext uri="{FF2B5EF4-FFF2-40B4-BE49-F238E27FC236}">
                  <a16:creationId xmlns:a16="http://schemas.microsoft.com/office/drawing/2014/main" id="{6D4FFC17-E5A1-FB07-15B4-847426ED6572}"/>
                </a:ext>
              </a:extLst>
            </p:cNvPr>
            <p:cNvSpPr/>
            <p:nvPr/>
          </p:nvSpPr>
          <p:spPr>
            <a:xfrm>
              <a:off x="1447800" y="5549900"/>
              <a:ext cx="1168400" cy="787400"/>
            </a:xfrm>
            <a:prstGeom prst="triangle">
              <a:avLst/>
            </a:prstGeom>
            <a:solidFill>
              <a:srgbClr val="7D50AA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8" name="label childrot-in-rot">
            <a:extLst>
              <a:ext uri="{FF2B5EF4-FFF2-40B4-BE49-F238E27FC236}">
                <a16:creationId xmlns:a16="http://schemas.microsoft.com/office/drawing/2014/main" id="{A8A48389-5D98-D065-BB9D-590BA4790173}"/>
              </a:ext>
            </a:extLst>
          </p:cNvPr>
          <p:cNvSpPr txBox="1"/>
          <p:nvPr/>
        </p:nvSpPr>
        <p:spPr>
          <a:xfrm>
            <a:off x="4000500" y="4051300"/>
            <a:ext cx="26035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childrot-in-rot</a:t>
            </a:r>
          </a:p>
        </p:txBody>
      </p:sp>
      <p:grpSp>
        <p:nvGrpSpPr>
          <p:cNvPr id="32" name="childrot-in-rot">
            <a:extLst>
              <a:ext uri="{FF2B5EF4-FFF2-40B4-BE49-F238E27FC236}">
                <a16:creationId xmlns:a16="http://schemas.microsoft.com/office/drawing/2014/main" id="{AEC4EE4D-D0A0-435D-E387-43E2CBE0363E}"/>
              </a:ext>
            </a:extLst>
          </p:cNvPr>
          <p:cNvGrpSpPr/>
          <p:nvPr/>
        </p:nvGrpSpPr>
        <p:grpSpPr>
          <a:xfrm rot="2100000" flipV="1">
            <a:off x="4000500" y="4381500"/>
            <a:ext cx="2311400" cy="1930400"/>
            <a:chOff x="4000500" y="4381500"/>
            <a:chExt cx="2311400" cy="1930400"/>
          </a:xfrm>
        </p:grpSpPr>
        <p:sp>
          <p:nvSpPr>
            <p:cNvPr id="29" name="childrot-in-rot child rot20 rect">
              <a:extLst>
                <a:ext uri="{FF2B5EF4-FFF2-40B4-BE49-F238E27FC236}">
                  <a16:creationId xmlns:a16="http://schemas.microsoft.com/office/drawing/2014/main" id="{EA116F3B-DE3F-0684-412E-EBC045E784F2}"/>
                </a:ext>
              </a:extLst>
            </p:cNvPr>
            <p:cNvSpPr/>
            <p:nvPr/>
          </p:nvSpPr>
          <p:spPr>
            <a:xfrm rot="1200000">
              <a:off x="4000500" y="4381500"/>
              <a:ext cx="1143000" cy="609600"/>
            </a:xfrm>
            <a:prstGeom prst="rect">
              <a:avLst/>
            </a:prstGeom>
            <a:solidFill>
              <a:srgbClr val="DE7337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0" name="childrot-in-rot child flipH oval">
              <a:extLst>
                <a:ext uri="{FF2B5EF4-FFF2-40B4-BE49-F238E27FC236}">
                  <a16:creationId xmlns:a16="http://schemas.microsoft.com/office/drawing/2014/main" id="{60CB8F02-EAC5-9869-19E0-8D5DFA390798}"/>
                </a:ext>
              </a:extLst>
            </p:cNvPr>
            <p:cNvSpPr/>
            <p:nvPr/>
          </p:nvSpPr>
          <p:spPr>
            <a:xfrm flipH="1">
              <a:off x="5549900" y="4838700"/>
              <a:ext cx="762000" cy="762000"/>
            </a:xfrm>
            <a:prstGeom prst="ellipse">
              <a:avLst/>
            </a:prstGeom>
            <a:solidFill>
              <a:srgbClr val="50A05A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1" name="childrot-in-rot child baseline triangle">
              <a:extLst>
                <a:ext uri="{FF2B5EF4-FFF2-40B4-BE49-F238E27FC236}">
                  <a16:creationId xmlns:a16="http://schemas.microsoft.com/office/drawing/2014/main" id="{E0E77724-1483-6C18-9439-FFF942ED0024}"/>
                </a:ext>
              </a:extLst>
            </p:cNvPr>
            <p:cNvSpPr/>
            <p:nvPr/>
          </p:nvSpPr>
          <p:spPr>
            <a:xfrm>
              <a:off x="4610100" y="5549900"/>
              <a:ext cx="1143000" cy="762000"/>
            </a:xfrm>
            <a:prstGeom prst="triangle">
              <a:avLst/>
            </a:prstGeom>
            <a:solidFill>
              <a:srgbClr val="7D50AA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" name="label nested-rot-in-scale">
            <a:extLst>
              <a:ext uri="{FF2B5EF4-FFF2-40B4-BE49-F238E27FC236}">
                <a16:creationId xmlns:a16="http://schemas.microsoft.com/office/drawing/2014/main" id="{B72DEC12-7232-8B4B-AC24-B6CF95B48B88}"/>
              </a:ext>
            </a:extLst>
          </p:cNvPr>
          <p:cNvSpPr txBox="1"/>
          <p:nvPr/>
        </p:nvSpPr>
        <p:spPr>
          <a:xfrm>
            <a:off x="7429500" y="4051300"/>
            <a:ext cx="279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nested-rot-in-scale</a:t>
            </a:r>
          </a:p>
        </p:txBody>
      </p:sp>
      <p:grpSp>
        <p:nvGrpSpPr>
          <p:cNvPr id="38" name="nested-rot-in-scale">
            <a:extLst>
              <a:ext uri="{FF2B5EF4-FFF2-40B4-BE49-F238E27FC236}">
                <a16:creationId xmlns:a16="http://schemas.microsoft.com/office/drawing/2014/main" id="{B5B2F344-ACB8-C003-F5DD-B4EBF3E1416B}"/>
              </a:ext>
            </a:extLst>
          </p:cNvPr>
          <p:cNvGrpSpPr>
            <a:grpSpLocks/>
          </p:cNvGrpSpPr>
          <p:nvPr/>
        </p:nvGrpSpPr>
        <p:grpSpPr>
          <a:xfrm rot="900000">
            <a:off x="7429500" y="4381500"/>
            <a:ext cx="2381250" cy="1603756"/>
            <a:chOff x="7429500" y="4381500"/>
            <a:chExt cx="1905000" cy="1955800"/>
          </a:xfrm>
        </p:grpSpPr>
        <p:grpSp>
          <p:nvGrpSpPr>
            <p:cNvPr id="36" name="nested-rot-in-scale inner">
              <a:extLst>
                <a:ext uri="{FF2B5EF4-FFF2-40B4-BE49-F238E27FC236}">
                  <a16:creationId xmlns:a16="http://schemas.microsoft.com/office/drawing/2014/main" id="{DA756E86-9D00-AD3B-D4F3-9C2858C56C02}"/>
                </a:ext>
              </a:extLst>
            </p:cNvPr>
            <p:cNvGrpSpPr/>
            <p:nvPr/>
          </p:nvGrpSpPr>
          <p:grpSpPr>
            <a:xfrm rot="1500000">
              <a:off x="7429500" y="4381500"/>
              <a:ext cx="1905000" cy="1092200"/>
              <a:chOff x="7429500" y="4381500"/>
              <a:chExt cx="1905000" cy="1092200"/>
            </a:xfrm>
          </p:grpSpPr>
          <p:sp>
            <p:nvSpPr>
              <p:cNvPr id="34" name="nested-rot-in-scale child inner blue rect">
                <a:extLst>
                  <a:ext uri="{FF2B5EF4-FFF2-40B4-BE49-F238E27FC236}">
                    <a16:creationId xmlns:a16="http://schemas.microsoft.com/office/drawing/2014/main" id="{8F25FB3D-B442-AABC-79EA-3CBF32D51DBC}"/>
                  </a:ext>
                </a:extLst>
              </p:cNvPr>
              <p:cNvSpPr/>
              <p:nvPr/>
            </p:nvSpPr>
            <p:spPr>
              <a:xfrm>
                <a:off x="7429500" y="4381500"/>
                <a:ext cx="1016000" cy="533400"/>
              </a:xfrm>
              <a:prstGeom prst="rect">
                <a:avLst/>
              </a:prstGeom>
              <a:solidFill>
                <a:srgbClr val="4375CD"/>
              </a:solidFill>
              <a:ln w="12700">
                <a:solidFill>
                  <a:srgbClr val="32323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5" name="nested-rot-in-scale child inner green oval">
                <a:extLst>
                  <a:ext uri="{FF2B5EF4-FFF2-40B4-BE49-F238E27FC236}">
                    <a16:creationId xmlns:a16="http://schemas.microsoft.com/office/drawing/2014/main" id="{D5D1847A-102C-5101-5B2A-C4867C8510D7}"/>
                  </a:ext>
                </a:extLst>
              </p:cNvPr>
              <p:cNvSpPr/>
              <p:nvPr/>
            </p:nvSpPr>
            <p:spPr>
              <a:xfrm>
                <a:off x="8648700" y="4787900"/>
                <a:ext cx="685800" cy="685800"/>
              </a:xfrm>
              <a:prstGeom prst="ellipse">
                <a:avLst/>
              </a:prstGeom>
              <a:solidFill>
                <a:srgbClr val="50A05A"/>
              </a:solidFill>
              <a:ln w="12700">
                <a:solidFill>
                  <a:srgbClr val="32323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" name="nested-rot-in-scale child outer purple triangle">
              <a:extLst>
                <a:ext uri="{FF2B5EF4-FFF2-40B4-BE49-F238E27FC236}">
                  <a16:creationId xmlns:a16="http://schemas.microsoft.com/office/drawing/2014/main" id="{48616D2D-1F5E-37EC-31B1-8C3F41B08110}"/>
                </a:ext>
              </a:extLst>
            </p:cNvPr>
            <p:cNvSpPr/>
            <p:nvPr/>
          </p:nvSpPr>
          <p:spPr>
            <a:xfrm>
              <a:off x="8089900" y="5600700"/>
              <a:ext cx="1066800" cy="736600"/>
            </a:xfrm>
            <a:prstGeom prst="triangle">
              <a:avLst/>
            </a:prstGeom>
            <a:solidFill>
              <a:srgbClr val="7D50AA"/>
            </a:solidFill>
            <a:ln w="12700">
              <a:solidFill>
                <a:srgbClr val="323232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41538828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label Grouped PowerPoint transforms; slide 2 is duplicated and ungrouped in PowerPoint">
            <a:extLst>
              <a:ext uri="{FF2B5EF4-FFF2-40B4-BE49-F238E27FC236}">
                <a16:creationId xmlns:a16="http://schemas.microsoft.com/office/drawing/2014/main" id="{B0C0AF6F-B9CB-6633-E8E1-8A099E7740E5}"/>
              </a:ext>
            </a:extLst>
          </p:cNvPr>
          <p:cNvSpPr txBox="1"/>
          <p:nvPr/>
        </p:nvSpPr>
        <p:spPr>
          <a:xfrm>
            <a:off x="304800" y="203200"/>
            <a:ext cx="11430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Grouped PowerPoint transforms; slide 2 is duplicated and ungrouped in PowerPoint</a:t>
            </a:r>
          </a:p>
        </p:txBody>
      </p:sp>
      <p:sp>
        <p:nvSpPr>
          <p:cNvPr id="3" name="label rot30">
            <a:extLst>
              <a:ext uri="{FF2B5EF4-FFF2-40B4-BE49-F238E27FC236}">
                <a16:creationId xmlns:a16="http://schemas.microsoft.com/office/drawing/2014/main" id="{D2D0F98B-66FD-5AED-F280-DE247191E08B}"/>
              </a:ext>
            </a:extLst>
          </p:cNvPr>
          <p:cNvSpPr txBox="1"/>
          <p:nvPr/>
        </p:nvSpPr>
        <p:spPr>
          <a:xfrm>
            <a:off x="889000" y="889000"/>
            <a:ext cx="26035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rot30</a:t>
            </a:r>
          </a:p>
        </p:txBody>
      </p:sp>
      <p:sp>
        <p:nvSpPr>
          <p:cNvPr id="4" name="rot30-ungrouped child blue rect">
            <a:extLst>
              <a:ext uri="{FF2B5EF4-FFF2-40B4-BE49-F238E27FC236}">
                <a16:creationId xmlns:a16="http://schemas.microsoft.com/office/drawing/2014/main" id="{30C2C588-F61C-72D1-E8CB-E0233C312860}"/>
              </a:ext>
            </a:extLst>
          </p:cNvPr>
          <p:cNvSpPr/>
          <p:nvPr/>
        </p:nvSpPr>
        <p:spPr>
          <a:xfrm rot="1800000">
            <a:off x="1300415" y="1029978"/>
            <a:ext cx="1219200" cy="609600"/>
          </a:xfrm>
          <a:prstGeom prst="rect">
            <a:avLst/>
          </a:prstGeom>
          <a:solidFill>
            <a:srgbClr val="4375CD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ot30-ungrouped child green oval">
            <a:extLst>
              <a:ext uri="{FF2B5EF4-FFF2-40B4-BE49-F238E27FC236}">
                <a16:creationId xmlns:a16="http://schemas.microsoft.com/office/drawing/2014/main" id="{04594D0F-94DC-5AEC-C64C-89B754D1891B}"/>
              </a:ext>
            </a:extLst>
          </p:cNvPr>
          <p:cNvSpPr/>
          <p:nvPr/>
        </p:nvSpPr>
        <p:spPr>
          <a:xfrm rot="1800000">
            <a:off x="2445507" y="2118865"/>
            <a:ext cx="736600" cy="736600"/>
          </a:xfrm>
          <a:prstGeom prst="ellipse">
            <a:avLst/>
          </a:prstGeom>
          <a:solidFill>
            <a:srgbClr val="50A05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t30-ungrouped child purple triangle">
            <a:extLst>
              <a:ext uri="{FF2B5EF4-FFF2-40B4-BE49-F238E27FC236}">
                <a16:creationId xmlns:a16="http://schemas.microsoft.com/office/drawing/2014/main" id="{858E5148-BC63-7F95-196F-169BB06E100A}"/>
              </a:ext>
            </a:extLst>
          </p:cNvPr>
          <p:cNvSpPr/>
          <p:nvPr/>
        </p:nvSpPr>
        <p:spPr>
          <a:xfrm rot="1800000">
            <a:off x="1159103" y="2296632"/>
            <a:ext cx="1168400" cy="787400"/>
          </a:xfrm>
          <a:prstGeom prst="triangle">
            <a:avLst/>
          </a:prstGeom>
          <a:solidFill>
            <a:srgbClr val="7D50A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label flipH">
            <a:extLst>
              <a:ext uri="{FF2B5EF4-FFF2-40B4-BE49-F238E27FC236}">
                <a16:creationId xmlns:a16="http://schemas.microsoft.com/office/drawing/2014/main" id="{B72C9FD3-A108-B497-8C52-2524BA65E9F6}"/>
              </a:ext>
            </a:extLst>
          </p:cNvPr>
          <p:cNvSpPr txBox="1"/>
          <p:nvPr/>
        </p:nvSpPr>
        <p:spPr>
          <a:xfrm>
            <a:off x="3810000" y="889000"/>
            <a:ext cx="26035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flipH</a:t>
            </a:r>
          </a:p>
        </p:txBody>
      </p:sp>
      <p:sp>
        <p:nvSpPr>
          <p:cNvPr id="9" name="flipH-ungrouped child blue rect">
            <a:extLst>
              <a:ext uri="{FF2B5EF4-FFF2-40B4-BE49-F238E27FC236}">
                <a16:creationId xmlns:a16="http://schemas.microsoft.com/office/drawing/2014/main" id="{0AA89AC1-4103-9665-C6E2-310AE4E4B8D7}"/>
              </a:ext>
            </a:extLst>
          </p:cNvPr>
          <p:cNvSpPr/>
          <p:nvPr/>
        </p:nvSpPr>
        <p:spPr>
          <a:xfrm flipH="1">
            <a:off x="4927600" y="1219200"/>
            <a:ext cx="1219200" cy="609600"/>
          </a:xfrm>
          <a:prstGeom prst="rect">
            <a:avLst/>
          </a:prstGeom>
          <a:solidFill>
            <a:srgbClr val="4375CD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flipH-ungrouped child green oval">
            <a:extLst>
              <a:ext uri="{FF2B5EF4-FFF2-40B4-BE49-F238E27FC236}">
                <a16:creationId xmlns:a16="http://schemas.microsoft.com/office/drawing/2014/main" id="{6F51633F-7E9A-8D8E-FC8F-00F57122A7D8}"/>
              </a:ext>
            </a:extLst>
          </p:cNvPr>
          <p:cNvSpPr/>
          <p:nvPr/>
        </p:nvSpPr>
        <p:spPr>
          <a:xfrm flipH="1">
            <a:off x="3810000" y="1701800"/>
            <a:ext cx="736600" cy="736600"/>
          </a:xfrm>
          <a:prstGeom prst="ellipse">
            <a:avLst/>
          </a:prstGeom>
          <a:solidFill>
            <a:srgbClr val="50A05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flipH-ungrouped child purple triangle">
            <a:extLst>
              <a:ext uri="{FF2B5EF4-FFF2-40B4-BE49-F238E27FC236}">
                <a16:creationId xmlns:a16="http://schemas.microsoft.com/office/drawing/2014/main" id="{86C8A514-BE8A-4854-4321-C9DB10E1B333}"/>
              </a:ext>
            </a:extLst>
          </p:cNvPr>
          <p:cNvSpPr/>
          <p:nvPr/>
        </p:nvSpPr>
        <p:spPr>
          <a:xfrm flipH="1">
            <a:off x="4419600" y="2387600"/>
            <a:ext cx="1168400" cy="787400"/>
          </a:xfrm>
          <a:prstGeom prst="triangle">
            <a:avLst/>
          </a:prstGeom>
          <a:solidFill>
            <a:srgbClr val="7D50A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label flipV">
            <a:extLst>
              <a:ext uri="{FF2B5EF4-FFF2-40B4-BE49-F238E27FC236}">
                <a16:creationId xmlns:a16="http://schemas.microsoft.com/office/drawing/2014/main" id="{F04B2CDB-70BF-A16E-B916-2A0ECB185E95}"/>
              </a:ext>
            </a:extLst>
          </p:cNvPr>
          <p:cNvSpPr txBox="1"/>
          <p:nvPr/>
        </p:nvSpPr>
        <p:spPr>
          <a:xfrm>
            <a:off x="6731000" y="889000"/>
            <a:ext cx="26035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flipV</a:t>
            </a:r>
          </a:p>
        </p:txBody>
      </p:sp>
      <p:sp>
        <p:nvSpPr>
          <p:cNvPr id="14" name="flipV-ungrouped child blue rect">
            <a:extLst>
              <a:ext uri="{FF2B5EF4-FFF2-40B4-BE49-F238E27FC236}">
                <a16:creationId xmlns:a16="http://schemas.microsoft.com/office/drawing/2014/main" id="{9B90309D-1264-C229-D815-67A954FA6E96}"/>
              </a:ext>
            </a:extLst>
          </p:cNvPr>
          <p:cNvSpPr/>
          <p:nvPr/>
        </p:nvSpPr>
        <p:spPr>
          <a:xfrm flipV="1">
            <a:off x="6731000" y="2565400"/>
            <a:ext cx="1219200" cy="609600"/>
          </a:xfrm>
          <a:prstGeom prst="rect">
            <a:avLst/>
          </a:prstGeom>
          <a:solidFill>
            <a:srgbClr val="4375CD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flipV-ungrouped child green oval">
            <a:extLst>
              <a:ext uri="{FF2B5EF4-FFF2-40B4-BE49-F238E27FC236}">
                <a16:creationId xmlns:a16="http://schemas.microsoft.com/office/drawing/2014/main" id="{0521ED0D-EA86-6594-EEBA-BD245765A6B8}"/>
              </a:ext>
            </a:extLst>
          </p:cNvPr>
          <p:cNvSpPr/>
          <p:nvPr/>
        </p:nvSpPr>
        <p:spPr>
          <a:xfrm flipV="1">
            <a:off x="8331200" y="1955800"/>
            <a:ext cx="736600" cy="736600"/>
          </a:xfrm>
          <a:prstGeom prst="ellipse">
            <a:avLst/>
          </a:prstGeom>
          <a:solidFill>
            <a:srgbClr val="50A05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lipV-ungrouped child purple triangle">
            <a:extLst>
              <a:ext uri="{FF2B5EF4-FFF2-40B4-BE49-F238E27FC236}">
                <a16:creationId xmlns:a16="http://schemas.microsoft.com/office/drawing/2014/main" id="{9EE54A7A-23DA-E5A9-F0ED-3443D26F25B2}"/>
              </a:ext>
            </a:extLst>
          </p:cNvPr>
          <p:cNvSpPr/>
          <p:nvPr/>
        </p:nvSpPr>
        <p:spPr>
          <a:xfrm flipV="1">
            <a:off x="7289800" y="1219200"/>
            <a:ext cx="1168400" cy="787400"/>
          </a:xfrm>
          <a:prstGeom prst="triangle">
            <a:avLst/>
          </a:prstGeom>
          <a:solidFill>
            <a:srgbClr val="7D50A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label rot330-flipHV">
            <a:extLst>
              <a:ext uri="{FF2B5EF4-FFF2-40B4-BE49-F238E27FC236}">
                <a16:creationId xmlns:a16="http://schemas.microsoft.com/office/drawing/2014/main" id="{4DFACB0D-65DE-2A9B-ED1B-BE3E0215B97C}"/>
              </a:ext>
            </a:extLst>
          </p:cNvPr>
          <p:cNvSpPr txBox="1"/>
          <p:nvPr/>
        </p:nvSpPr>
        <p:spPr>
          <a:xfrm>
            <a:off x="9525000" y="889000"/>
            <a:ext cx="26035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rot330-flipHV</a:t>
            </a:r>
          </a:p>
        </p:txBody>
      </p:sp>
      <p:sp>
        <p:nvSpPr>
          <p:cNvPr id="19" name="rot330-flipHV-ungrouped child blue rect">
            <a:extLst>
              <a:ext uri="{FF2B5EF4-FFF2-40B4-BE49-F238E27FC236}">
                <a16:creationId xmlns:a16="http://schemas.microsoft.com/office/drawing/2014/main" id="{9BFE9F96-61F5-90B6-23CA-B0D8573C13A5}"/>
              </a:ext>
            </a:extLst>
          </p:cNvPr>
          <p:cNvSpPr/>
          <p:nvPr/>
        </p:nvSpPr>
        <p:spPr>
          <a:xfrm rot="19800000" flipH="1" flipV="1">
            <a:off x="10904285" y="2195822"/>
            <a:ext cx="1219200" cy="609600"/>
          </a:xfrm>
          <a:prstGeom prst="rect">
            <a:avLst/>
          </a:prstGeom>
          <a:solidFill>
            <a:srgbClr val="4375CD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ot330-flipHV-ungrouped child green oval">
            <a:extLst>
              <a:ext uri="{FF2B5EF4-FFF2-40B4-BE49-F238E27FC236}">
                <a16:creationId xmlns:a16="http://schemas.microsoft.com/office/drawing/2014/main" id="{62FAE74A-29BA-CCBE-F0A3-B7A7E53354D8}"/>
              </a:ext>
            </a:extLst>
          </p:cNvPr>
          <p:cNvSpPr/>
          <p:nvPr/>
        </p:nvSpPr>
        <p:spPr>
          <a:xfrm rot="19800000" flipH="1" flipV="1">
            <a:off x="9695693" y="2338835"/>
            <a:ext cx="736600" cy="736600"/>
          </a:xfrm>
          <a:prstGeom prst="ellipse">
            <a:avLst/>
          </a:prstGeom>
          <a:solidFill>
            <a:srgbClr val="50A05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rot330-flipHV-ungrouped child purple triangle">
            <a:extLst>
              <a:ext uri="{FF2B5EF4-FFF2-40B4-BE49-F238E27FC236}">
                <a16:creationId xmlns:a16="http://schemas.microsoft.com/office/drawing/2014/main" id="{7AA0752B-C840-7284-8B99-DD8B3636A1C7}"/>
              </a:ext>
            </a:extLst>
          </p:cNvPr>
          <p:cNvSpPr/>
          <p:nvPr/>
        </p:nvSpPr>
        <p:spPr>
          <a:xfrm rot="19800000" flipH="1" flipV="1">
            <a:off x="9839097" y="1284768"/>
            <a:ext cx="1168400" cy="787400"/>
          </a:xfrm>
          <a:prstGeom prst="triangle">
            <a:avLst/>
          </a:prstGeom>
          <a:solidFill>
            <a:srgbClr val="7D50A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3" name="label scale-rot">
            <a:extLst>
              <a:ext uri="{FF2B5EF4-FFF2-40B4-BE49-F238E27FC236}">
                <a16:creationId xmlns:a16="http://schemas.microsoft.com/office/drawing/2014/main" id="{DFCFFC2E-E95A-5059-3B3F-E3C1122099EC}"/>
              </a:ext>
            </a:extLst>
          </p:cNvPr>
          <p:cNvSpPr txBox="1"/>
          <p:nvPr/>
        </p:nvSpPr>
        <p:spPr>
          <a:xfrm>
            <a:off x="889000" y="4051300"/>
            <a:ext cx="26035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scale-rot</a:t>
            </a:r>
          </a:p>
        </p:txBody>
      </p:sp>
      <p:sp>
        <p:nvSpPr>
          <p:cNvPr id="24" name="scale-rot-ungrouped child blue rect">
            <a:extLst>
              <a:ext uri="{FF2B5EF4-FFF2-40B4-BE49-F238E27FC236}">
                <a16:creationId xmlns:a16="http://schemas.microsoft.com/office/drawing/2014/main" id="{4F8AD937-4934-A584-4443-F539EF7C46CC}"/>
              </a:ext>
            </a:extLst>
          </p:cNvPr>
          <p:cNvSpPr/>
          <p:nvPr/>
        </p:nvSpPr>
        <p:spPr>
          <a:xfrm rot="1500000">
            <a:off x="1191370" y="4121483"/>
            <a:ext cx="1609344" cy="499872"/>
          </a:xfrm>
          <a:prstGeom prst="rect">
            <a:avLst/>
          </a:prstGeom>
          <a:solidFill>
            <a:srgbClr val="4375CD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5" name="scale-rot-ungrouped child green oval">
            <a:extLst>
              <a:ext uri="{FF2B5EF4-FFF2-40B4-BE49-F238E27FC236}">
                <a16:creationId xmlns:a16="http://schemas.microsoft.com/office/drawing/2014/main" id="{ECD1D6BC-1F80-8D59-3B62-D8461EB94BA3}"/>
              </a:ext>
            </a:extLst>
          </p:cNvPr>
          <p:cNvSpPr/>
          <p:nvPr/>
        </p:nvSpPr>
        <p:spPr>
          <a:xfrm rot="1500000">
            <a:off x="2946324" y="5233330"/>
            <a:ext cx="972312" cy="604012"/>
          </a:xfrm>
          <a:prstGeom prst="ellipse">
            <a:avLst/>
          </a:prstGeom>
          <a:solidFill>
            <a:srgbClr val="50A05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scale-rot-ungrouped child purple triangle">
            <a:extLst>
              <a:ext uri="{FF2B5EF4-FFF2-40B4-BE49-F238E27FC236}">
                <a16:creationId xmlns:a16="http://schemas.microsoft.com/office/drawing/2014/main" id="{6D4FFC17-E5A1-FB07-15B4-847426ED6572}"/>
              </a:ext>
            </a:extLst>
          </p:cNvPr>
          <p:cNvSpPr/>
          <p:nvPr/>
        </p:nvSpPr>
        <p:spPr>
          <a:xfrm rot="1500000">
            <a:off x="1427305" y="5280536"/>
            <a:ext cx="1542288" cy="645668"/>
          </a:xfrm>
          <a:prstGeom prst="triangle">
            <a:avLst/>
          </a:prstGeom>
          <a:solidFill>
            <a:srgbClr val="7D50A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label childrot-in-rot">
            <a:extLst>
              <a:ext uri="{FF2B5EF4-FFF2-40B4-BE49-F238E27FC236}">
                <a16:creationId xmlns:a16="http://schemas.microsoft.com/office/drawing/2014/main" id="{A8A48389-5D98-D065-BB9D-590BA4790173}"/>
              </a:ext>
            </a:extLst>
          </p:cNvPr>
          <p:cNvSpPr txBox="1"/>
          <p:nvPr/>
        </p:nvSpPr>
        <p:spPr>
          <a:xfrm>
            <a:off x="4000500" y="4051300"/>
            <a:ext cx="26035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childrot-in-rot</a:t>
            </a:r>
          </a:p>
        </p:txBody>
      </p:sp>
      <p:sp>
        <p:nvSpPr>
          <p:cNvPr id="29" name="childrot-in-rot-ungrouped child rot20 rect">
            <a:extLst>
              <a:ext uri="{FF2B5EF4-FFF2-40B4-BE49-F238E27FC236}">
                <a16:creationId xmlns:a16="http://schemas.microsoft.com/office/drawing/2014/main" id="{EA116F3B-DE3F-0684-412E-EBC045E784F2}"/>
              </a:ext>
            </a:extLst>
          </p:cNvPr>
          <p:cNvSpPr/>
          <p:nvPr/>
        </p:nvSpPr>
        <p:spPr>
          <a:xfrm rot="900000" flipV="1">
            <a:off x="3727361" y="5247785"/>
            <a:ext cx="1143000" cy="609600"/>
          </a:xfrm>
          <a:prstGeom prst="rect">
            <a:avLst/>
          </a:prstGeom>
          <a:solidFill>
            <a:srgbClr val="DE7337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childrot-in-rot-ungrouped child flipH oval">
            <a:extLst>
              <a:ext uri="{FF2B5EF4-FFF2-40B4-BE49-F238E27FC236}">
                <a16:creationId xmlns:a16="http://schemas.microsoft.com/office/drawing/2014/main" id="{60CB8F02-EAC5-9869-19E0-8D5DFA390798}"/>
              </a:ext>
            </a:extLst>
          </p:cNvPr>
          <p:cNvSpPr/>
          <p:nvPr/>
        </p:nvSpPr>
        <p:spPr>
          <a:xfrm rot="2100000" flipH="1" flipV="1">
            <a:off x="5336953" y="5514082"/>
            <a:ext cx="762000" cy="762000"/>
          </a:xfrm>
          <a:prstGeom prst="ellipse">
            <a:avLst/>
          </a:prstGeom>
          <a:solidFill>
            <a:srgbClr val="50A05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" name="childrot-in-rot-ungrouped child baseline triangle">
            <a:extLst>
              <a:ext uri="{FF2B5EF4-FFF2-40B4-BE49-F238E27FC236}">
                <a16:creationId xmlns:a16="http://schemas.microsoft.com/office/drawing/2014/main" id="{E0E77724-1483-6C18-9439-FFF942ED0024}"/>
              </a:ext>
            </a:extLst>
          </p:cNvPr>
          <p:cNvSpPr/>
          <p:nvPr/>
        </p:nvSpPr>
        <p:spPr>
          <a:xfrm rot="2100000" flipV="1">
            <a:off x="4940590" y="4501720"/>
            <a:ext cx="1143000" cy="762000"/>
          </a:xfrm>
          <a:prstGeom prst="triangle">
            <a:avLst/>
          </a:prstGeom>
          <a:solidFill>
            <a:srgbClr val="7D50A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label nested-rot-in-scale">
            <a:extLst>
              <a:ext uri="{FF2B5EF4-FFF2-40B4-BE49-F238E27FC236}">
                <a16:creationId xmlns:a16="http://schemas.microsoft.com/office/drawing/2014/main" id="{B72DEC12-7232-8B4B-AC24-B6CF95B48B88}"/>
              </a:ext>
            </a:extLst>
          </p:cNvPr>
          <p:cNvSpPr txBox="1"/>
          <p:nvPr/>
        </p:nvSpPr>
        <p:spPr>
          <a:xfrm>
            <a:off x="7429500" y="4051300"/>
            <a:ext cx="2794000" cy="230832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sz="900">
                <a:solidFill>
                  <a:srgbClr val="282828"/>
                </a:solidFill>
              </a:rPr>
              <a:t>nested-rot-in-scale</a:t>
            </a:r>
          </a:p>
        </p:txBody>
      </p:sp>
      <p:sp>
        <p:nvSpPr>
          <p:cNvPr id="34" name="nested-rot-in-scale-ungrouped child inner blue rect">
            <a:extLst>
              <a:ext uri="{FF2B5EF4-FFF2-40B4-BE49-F238E27FC236}">
                <a16:creationId xmlns:a16="http://schemas.microsoft.com/office/drawing/2014/main" id="{8F25FB3D-B442-AABC-79EA-3CBF32D51DBC}"/>
              </a:ext>
            </a:extLst>
          </p:cNvPr>
          <p:cNvSpPr/>
          <p:nvPr/>
        </p:nvSpPr>
        <p:spPr>
          <a:xfrm rot="2400000">
            <a:off x="7798401" y="4090017"/>
            <a:ext cx="1270000" cy="437388"/>
          </a:xfrm>
          <a:prstGeom prst="rect">
            <a:avLst/>
          </a:prstGeom>
          <a:solidFill>
            <a:srgbClr val="4375CD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nested-rot-in-scale-ungrouped child inner green oval">
            <a:extLst>
              <a:ext uri="{FF2B5EF4-FFF2-40B4-BE49-F238E27FC236}">
                <a16:creationId xmlns:a16="http://schemas.microsoft.com/office/drawing/2014/main" id="{D5D1847A-102C-5101-5B2A-C4867C8510D7}"/>
              </a:ext>
            </a:extLst>
          </p:cNvPr>
          <p:cNvSpPr/>
          <p:nvPr/>
        </p:nvSpPr>
        <p:spPr>
          <a:xfrm rot="2400000">
            <a:off x="8759764" y="5177635"/>
            <a:ext cx="857250" cy="562356"/>
          </a:xfrm>
          <a:prstGeom prst="ellipse">
            <a:avLst/>
          </a:prstGeom>
          <a:solidFill>
            <a:srgbClr val="50A05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nested-rot-in-scale-ungrouped child outer purple triangle">
            <a:extLst>
              <a:ext uri="{FF2B5EF4-FFF2-40B4-BE49-F238E27FC236}">
                <a16:creationId xmlns:a16="http://schemas.microsoft.com/office/drawing/2014/main" id="{48616D2D-1F5E-37EC-31B1-8C3F41B08110}"/>
              </a:ext>
            </a:extLst>
          </p:cNvPr>
          <p:cNvSpPr/>
          <p:nvPr/>
        </p:nvSpPr>
        <p:spPr>
          <a:xfrm rot="900000">
            <a:off x="8115346" y="5442278"/>
            <a:ext cx="1333500" cy="604012"/>
          </a:xfrm>
          <a:prstGeom prst="triangle">
            <a:avLst/>
          </a:prstGeom>
          <a:solidFill>
            <a:srgbClr val="7D50AA"/>
          </a:solidFill>
          <a:ln w="12700">
            <a:solidFill>
              <a:srgbClr val="323232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16932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38</Words>
  <Application>Microsoft Office PowerPoint</Application>
  <PresentationFormat>Custom</PresentationFormat>
  <Paragraphs>16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Aptos</vt:lpstr>
      <vt:lpstr>Aptos Display</vt:lpstr>
      <vt:lpstr>Arial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HERNÁNDEZ BERNAL Santiago</dc:creator>
  <cp:lastModifiedBy>HERNÁNDEZ BERNAL Santiago</cp:lastModifiedBy>
  <cp:revision>1</cp:revision>
  <dcterms:created xsi:type="dcterms:W3CDTF">2026-06-18T15:28:20Z</dcterms:created>
  <dcterms:modified xsi:type="dcterms:W3CDTF">2026-06-18T15:28:28Z</dcterms:modified>
</cp:coreProperties>
</file>