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44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449E9-B4D2-FB71-55B6-31647D9D17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17506D-7DA0-CD5F-6745-6A40C739B8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4E788-B015-7101-FC50-81B765EA6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19F52-5DA5-4F67-92EC-5ED32D0AA79B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F173F8-B072-437B-49D5-12668CD0D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6A9CB-BE5A-42CE-B9A0-25895B6AE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911F4-418D-4404-99EC-119977F2F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67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8F451-5166-7542-1128-00E53647B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2F7E9-B1D2-4545-0B35-539BE4D52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3DD3C-E9F0-3000-7A7B-7001A28A7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19F52-5DA5-4F67-92EC-5ED32D0AA79B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87DF24-3D84-E8BF-D25F-1892361BE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53DF7E-2D50-3C58-6150-34D0EBBE8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911F4-418D-4404-99EC-119977F2F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103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22481-DDAB-1C19-C7AD-EB8B70A5C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5CCAA8-BD27-57A9-96E1-CE991CA6C0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820847-AE88-FC72-A841-F7A1EC3BF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19F52-5DA5-4F67-92EC-5ED32D0AA79B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687BD2-1633-646B-DC1E-07F2CBFDC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40A4E-A0C7-15BB-DC5E-EA791D0BF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911F4-418D-4404-99EC-119977F2F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7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ACD2B-E59E-DF3B-18F4-96CE1BEEA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F6D18F-381A-8697-603D-9DEABA6A6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7879F-481F-5F96-B088-A7938F89A2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68E112-C607-F16B-EB4E-BBC384F56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19F52-5DA5-4F67-92EC-5ED32D0AA79B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3FC250-6214-F778-72E1-961C8F3EF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CA88A6-D376-5756-3BE9-401DFC30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911F4-418D-4404-99EC-119977F2F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274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945FF-BBC9-FF88-C8E7-FCC89F5FA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3014D9-3D8F-1462-708C-79A31F457E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F8AC74-AB12-5496-217F-8D30324C36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6B61C8-4BBF-ABF9-FDD4-9071C0679C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9F889D-B999-44BD-21F5-9941965A9B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E8E4E9-6E03-4215-607C-B6634CE2A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19F52-5DA5-4F67-92EC-5ED32D0AA79B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66979F-97EA-4B6B-B5AC-071CDFA2A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9AEB89-A30C-F575-669D-E3D83AACB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911F4-418D-4404-99EC-119977F2F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263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69C4E-ECA0-71BA-C8C6-96970EBCD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878CD3-88BF-58DB-59CB-852EEB8BB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19F52-5DA5-4F67-92EC-5ED32D0AA79B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5E6179-05A2-3526-D431-859F10AAC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B5B296-FB6E-C46E-D20E-E2FBAD65F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911F4-418D-4404-99EC-119977F2F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056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F331C1-5307-AEBA-A30E-0D7184920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19F52-5DA5-4F67-92EC-5ED32D0AA79B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615CE9-7C84-63C9-0379-C9A8C8E19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3031A-B2DA-0D79-C100-E4D0020BE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911F4-418D-4404-99EC-119977F2F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3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1C206-03FA-D5C0-D43A-0FE6917F3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1A4A4-BCE7-6327-4BA6-2C9B85029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8B9FC7-F648-0DA9-2E3C-9A5C1D894B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BE86F-6772-55BC-C47E-5538FA1F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19F52-5DA5-4F67-92EC-5ED32D0AA79B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29CC20-A50A-7466-F946-30A9C2BAB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132812-594C-9D0D-1F16-274954D8E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911F4-418D-4404-99EC-119977F2F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529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5364C-2A7C-DD9D-7A0C-7AEAB75A6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60EDABD-5C2D-036D-6DF9-67693B6325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F57D04-C1E8-D9E8-3E39-F5D1C100AC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E8032-58BD-C513-77EC-1941CAA9B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19F52-5DA5-4F67-92EC-5ED32D0AA79B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49E037-F175-E580-159B-7CAC476DB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8C289-0A2C-6E52-CA81-1A85BE7B2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911F4-418D-4404-99EC-119977F2F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0452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04DBB-BEE0-DF34-C0BB-BE1157FEB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DDAB4C-A4B6-392E-BCDF-94AFA6D15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E8F12E-FBDC-2AF4-CB51-B5031A990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19F52-5DA5-4F67-92EC-5ED32D0AA79B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23E33-5FB6-7F54-273B-DD72BCCC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BFCFFA-BAC1-A7F0-1ECF-92BAF40C3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911F4-418D-4404-99EC-119977F2F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053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FBD0CC-62C9-4F0C-0ADC-69470B03E8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C3CFFC-4F5D-15F5-4D98-E963A4378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DFF95-A737-17FE-77EE-57C2E528D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19F52-5DA5-4F67-92EC-5ED32D0AA79B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8E63D6-1ACE-3DD2-A1FF-793AF318C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8CE017-0739-5019-32B6-D9AAD85D1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911F4-418D-4404-99EC-119977F2F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6418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FFB974-3569-D9E3-003C-3BAD603A7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DA92E5-496C-2DD6-4B6A-751E03505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7B2551-7C75-4CB5-E0F6-285DC7D3F5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619F52-5DA5-4F67-92EC-5ED32D0AA79B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6CFAD-F840-4992-3446-F3313D929D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D7123-9BA8-45DD-48AF-9650DB01C8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2911F4-418D-4404-99EC-119977F2F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436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97A3603F-1FD9-775F-679F-130524726A50}"/>
              </a:ext>
            </a:extLst>
          </p:cNvPr>
          <p:cNvGrpSpPr/>
          <p:nvPr/>
        </p:nvGrpSpPr>
        <p:grpSpPr>
          <a:xfrm>
            <a:off x="3349256" y="1573619"/>
            <a:ext cx="4625163" cy="3827721"/>
            <a:chOff x="3349256" y="1573619"/>
            <a:chExt cx="4625163" cy="3827721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211A9F57-92FD-FF98-CDCE-37147D6076C8}"/>
                </a:ext>
              </a:extLst>
            </p:cNvPr>
            <p:cNvSpPr/>
            <p:nvPr/>
          </p:nvSpPr>
          <p:spPr>
            <a:xfrm>
              <a:off x="3349256" y="1573619"/>
              <a:ext cx="2746744" cy="185538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3B6F77D-CC9B-C908-A854-5F7169D3E1A9}"/>
                </a:ext>
              </a:extLst>
            </p:cNvPr>
            <p:cNvSpPr/>
            <p:nvPr/>
          </p:nvSpPr>
          <p:spPr>
            <a:xfrm>
              <a:off x="4784651" y="2296633"/>
              <a:ext cx="3189768" cy="310470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D58E0CB-87D4-3058-1774-D89E91EC0BE0}"/>
              </a:ext>
            </a:extLst>
          </p:cNvPr>
          <p:cNvSpPr txBox="1"/>
          <p:nvPr/>
        </p:nvSpPr>
        <p:spPr>
          <a:xfrm>
            <a:off x="276447" y="255181"/>
            <a:ext cx="7091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Grouped shape in slide</a:t>
            </a:r>
          </a:p>
        </p:txBody>
      </p:sp>
    </p:spTree>
    <p:extLst>
      <p:ext uri="{BB962C8B-B14F-4D97-AF65-F5344CB8AC3E}">
        <p14:creationId xmlns:p14="http://schemas.microsoft.com/office/powerpoint/2010/main" val="2648636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70306-2B4F-1B7C-359E-12D51D42C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36472D2-6F28-A039-D1BF-C299E8E0B225}"/>
              </a:ext>
            </a:extLst>
          </p:cNvPr>
          <p:cNvSpPr txBox="1"/>
          <p:nvPr/>
        </p:nvSpPr>
        <p:spPr>
          <a:xfrm>
            <a:off x="276447" y="255181"/>
            <a:ext cx="7091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Same shape, ungrouped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53D0E3B-3C6D-9BC8-DB7D-C7F77AFA6DBF}"/>
              </a:ext>
            </a:extLst>
          </p:cNvPr>
          <p:cNvSpPr/>
          <p:nvPr/>
        </p:nvSpPr>
        <p:spPr>
          <a:xfrm>
            <a:off x="3349256" y="1573619"/>
            <a:ext cx="2746744" cy="185538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C77AAB-7C40-B39F-0577-699460C4B373}"/>
              </a:ext>
            </a:extLst>
          </p:cNvPr>
          <p:cNvSpPr/>
          <p:nvPr/>
        </p:nvSpPr>
        <p:spPr>
          <a:xfrm>
            <a:off x="4784651" y="2296633"/>
            <a:ext cx="3189768" cy="31047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965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0F528-698B-28D7-F6CD-A3C0374FD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3EB6D7A-A5D3-BAE0-DE02-E3D86A6F7F73}"/>
              </a:ext>
            </a:extLst>
          </p:cNvPr>
          <p:cNvSpPr txBox="1"/>
          <p:nvPr/>
        </p:nvSpPr>
        <p:spPr>
          <a:xfrm>
            <a:off x="276447" y="255181"/>
            <a:ext cx="7091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 grouped elements scattered across slide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E562226-31C2-6D99-33DF-F1449FAB4787}"/>
              </a:ext>
            </a:extLst>
          </p:cNvPr>
          <p:cNvGrpSpPr/>
          <p:nvPr/>
        </p:nvGrpSpPr>
        <p:grpSpPr>
          <a:xfrm>
            <a:off x="829340" y="120503"/>
            <a:ext cx="11164185" cy="6269665"/>
            <a:chOff x="829340" y="120503"/>
            <a:chExt cx="11164185" cy="6269665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75C6AECB-8A9C-835E-42AF-515BE8E8FA66}"/>
                </a:ext>
              </a:extLst>
            </p:cNvPr>
            <p:cNvSpPr/>
            <p:nvPr/>
          </p:nvSpPr>
          <p:spPr>
            <a:xfrm>
              <a:off x="829340" y="1360968"/>
              <a:ext cx="2746744" cy="50292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897E682-EAE2-7209-2F05-E3DE07D28DA9}"/>
                </a:ext>
              </a:extLst>
            </p:cNvPr>
            <p:cNvSpPr/>
            <p:nvPr/>
          </p:nvSpPr>
          <p:spPr>
            <a:xfrm>
              <a:off x="7368363" y="2009554"/>
              <a:ext cx="3189768" cy="310470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07EE8DC-AE21-8ECC-54FB-6CE3B856418B}"/>
                </a:ext>
              </a:extLst>
            </p:cNvPr>
            <p:cNvSpPr/>
            <p:nvPr/>
          </p:nvSpPr>
          <p:spPr>
            <a:xfrm>
              <a:off x="11068492" y="120503"/>
              <a:ext cx="925033" cy="79389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851E5EC3-B97F-545C-3736-9EA29A872D7F}"/>
                </a:ext>
              </a:extLst>
            </p:cNvPr>
            <p:cNvSpPr/>
            <p:nvPr/>
          </p:nvSpPr>
          <p:spPr>
            <a:xfrm rot="2977386">
              <a:off x="4946132" y="3042979"/>
              <a:ext cx="756360" cy="138277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D3D790-DC49-C4EB-1E2F-1AA9A2DE574A}"/>
                </a:ext>
              </a:extLst>
            </p:cNvPr>
            <p:cNvSpPr/>
            <p:nvPr/>
          </p:nvSpPr>
          <p:spPr>
            <a:xfrm rot="7042723">
              <a:off x="5053800" y="579357"/>
              <a:ext cx="541025" cy="213005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22910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1DE26-157E-9D13-E770-D67B6ACC4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6286CFE-AF8E-9B89-CCB8-04DC06AF6260}"/>
              </a:ext>
            </a:extLst>
          </p:cNvPr>
          <p:cNvSpPr txBox="1"/>
          <p:nvPr/>
        </p:nvSpPr>
        <p:spPr>
          <a:xfrm>
            <a:off x="276447" y="255181"/>
            <a:ext cx="7091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 grouped elements scattered across slide – same slide, ungrouped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938BC7C-7C4D-0FFE-8071-7578FA4F464B}"/>
              </a:ext>
            </a:extLst>
          </p:cNvPr>
          <p:cNvSpPr/>
          <p:nvPr/>
        </p:nvSpPr>
        <p:spPr>
          <a:xfrm>
            <a:off x="829340" y="1360968"/>
            <a:ext cx="2746744" cy="5029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F141E2-8F3E-B796-600C-F5A3B6423BD8}"/>
              </a:ext>
            </a:extLst>
          </p:cNvPr>
          <p:cNvSpPr/>
          <p:nvPr/>
        </p:nvSpPr>
        <p:spPr>
          <a:xfrm>
            <a:off x="7368363" y="2009554"/>
            <a:ext cx="3189768" cy="31047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837796F-894E-3BB6-47E3-390A6128944C}"/>
              </a:ext>
            </a:extLst>
          </p:cNvPr>
          <p:cNvSpPr/>
          <p:nvPr/>
        </p:nvSpPr>
        <p:spPr>
          <a:xfrm>
            <a:off x="11068492" y="120503"/>
            <a:ext cx="925033" cy="7938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E013B45-ECB8-F74C-812D-6D996D5941C3}"/>
              </a:ext>
            </a:extLst>
          </p:cNvPr>
          <p:cNvSpPr/>
          <p:nvPr/>
        </p:nvSpPr>
        <p:spPr>
          <a:xfrm rot="2977386">
            <a:off x="4946132" y="3042979"/>
            <a:ext cx="756360" cy="13827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5DB633-8D24-73BA-0CAA-C26701D1A9B1}"/>
              </a:ext>
            </a:extLst>
          </p:cNvPr>
          <p:cNvSpPr/>
          <p:nvPr/>
        </p:nvSpPr>
        <p:spPr>
          <a:xfrm rot="7042723">
            <a:off x="5053800" y="579357"/>
            <a:ext cx="541025" cy="21300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0620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25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HERNÁNDEZ BERNAL Santiago</dc:creator>
  <cp:lastModifiedBy>HERNÁNDEZ BERNAL Santiago</cp:lastModifiedBy>
  <cp:revision>1</cp:revision>
  <dcterms:created xsi:type="dcterms:W3CDTF">2026-06-18T14:10:23Z</dcterms:created>
  <dcterms:modified xsi:type="dcterms:W3CDTF">2026-06-18T14:14:27Z</dcterms:modified>
</cp:coreProperties>
</file>