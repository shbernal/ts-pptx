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4118" autoAdjust="0"/>
    <p:restoredTop sz="94660"/>
  </p:normalViewPr>
  <p:slideViewPr>
    <p:cSldViewPr snapToGrid="0">
      <p:cViewPr varScale="1">
        <p:scale>
          <a:sx n="10" d="100"/>
          <a:sy n="10" d="100"/>
        </p:scale>
        <p:origin x="-44" y="-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E0E3B-4A80-9536-3305-8E3E6FD20D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2A32C1-FFC6-2856-CF1F-377DBD0C90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B3A78-59D1-1643-DC6E-CB7AE18B5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F6833-93C2-4A38-B7D5-C0F23136646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70DDCC-9937-8338-703E-2889EB109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C4F89-0B90-46AE-B706-6FE33E333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A6638-9696-461F-B0E3-CEDCEACB83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455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4FED2-F6EB-E819-311C-3F95F27C6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20799-D8DE-36CA-38E6-69ECF1194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2E17C4-D6F0-8858-901E-D6DD7DBBD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F6833-93C2-4A38-B7D5-C0F23136646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EBE395-E6F9-E97E-8B98-C0A8A7BD6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E84B3-2746-27F4-7148-5EA4D8EFA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A6638-9696-461F-B0E3-CEDCEACB83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508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476DF-39E6-16A7-AC8F-8D557B8B5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B9E7A4-DC6E-4331-20A9-26002BD4CB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8C3BF-7A40-43D1-7262-B3C1AA951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F6833-93C2-4A38-B7D5-C0F23136646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2FCB6B-EC58-8776-1A6B-7AC4C2B7D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618B9-FBD7-D566-79BB-B5409A0C2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A6638-9696-461F-B0E3-CEDCEACB83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133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FB570-D4FC-038B-2B88-C14E946C3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D4AEA-3D8C-C3ED-B6FA-F020D865FA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19C044-CA98-458A-5B77-2E46EBCFE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E535F4-17CB-2C28-C88A-973880932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F6833-93C2-4A38-B7D5-C0F23136646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7CE3B3-29AE-7DAC-F154-8D8960AC3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3786C1-4A65-A0DD-D111-AB20FB20C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A6638-9696-461F-B0E3-CEDCEACB83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48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5F5FE-26A9-B2A9-3016-0A1942904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3FEB21-CAF8-DC0A-98CE-849ADF54F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B4D4B0-3AD8-AF7B-D832-9B19D56503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784CE3-2CAE-9E72-439D-AC56348F93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FD682D-D24B-7687-9419-C620C7F0EF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1EEBFF-D992-8E97-8AE2-3980037E1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F6833-93C2-4A38-B7D5-C0F23136646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7027F9-D82E-C65B-16B4-D71E1FAAD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711C3D-4D3C-95F1-A538-86AA33C2A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A6638-9696-461F-B0E3-CEDCEACB83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041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F3FAC-B911-056E-3C5E-7AA8D6E74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EA10F7-8143-A4F0-3F27-3477D4301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F6833-93C2-4A38-B7D5-C0F23136646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7D5532-E859-B259-8C8D-405E8CFFC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A1B3E5-0A78-030E-38BC-BF318B207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A6638-9696-461F-B0E3-CEDCEACB83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330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E0A1F0-1143-AAA6-E554-0BAAC6C88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F6833-93C2-4A38-B7D5-C0F23136646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8E6686-0609-C282-1161-D64987B20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0390C7-D646-7E93-DC69-4D6987725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A6638-9696-461F-B0E3-CEDCEACB83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459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F930C-1CEC-FB8D-DE55-542631B95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864B8-E43A-AA1A-3743-26B39835B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323932-612D-FB6E-95FC-6D4170F93A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82C827-D68A-FFC4-4550-78AD4FA98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F6833-93C2-4A38-B7D5-C0F23136646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28B547-A108-1AEE-545C-44F848C86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07DF28-7DA1-DD20-82E1-CBEF84D03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A6638-9696-461F-B0E3-CEDCEACB83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018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2D338-4B5E-B782-6344-9F1A7D167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098D54-A7B9-E220-AF94-E6D82F4ACA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FE7CFC-52BE-D875-0248-B2888D566B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DC04C6-C383-0A65-6023-B82D077C2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F6833-93C2-4A38-B7D5-C0F23136646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C6F5EA-B0D2-BC3D-81B0-37447C818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44CFF4-610A-EEB6-B355-41CADCA5C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A6638-9696-461F-B0E3-CEDCEACB83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526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CF2CB-D85E-EBB5-3C35-A1F5CABEB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FD3C30-05F9-8E26-F0FD-56555168CA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A55307-03F3-148F-10A2-5592ED242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F6833-93C2-4A38-B7D5-C0F23136646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ACEA7-939C-3A20-F705-A934E708F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C5F4F-B226-D14B-1B82-8AA6A43DD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A6638-9696-461F-B0E3-CEDCEACB83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148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D27822-6D59-AF14-7CA9-397DB4CB18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CA183F-8144-AE9D-93B8-04C0F04F40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B9AF05-CAB3-864F-6091-370604C73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F6833-93C2-4A38-B7D5-C0F23136646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8904E-6BCB-FB98-FF7F-81C129A18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502EB-2A6B-4E6A-CF3A-7A093C1B4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A6638-9696-461F-B0E3-CEDCEACB83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667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D66073-E86F-19B1-4351-9671A4704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C6C35B-6A15-005D-4A0D-743C7E83CE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45E623-E90F-ADBD-D060-B4F9085D43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BF6833-93C2-4A38-B7D5-C0F23136646C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425EB6-D120-5D34-2D67-9AA5C15F82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D5C502-9E53-CCAA-540C-939CD7E844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6A6638-9696-461F-B0E3-CEDCEACB83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047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bl-medium2-accent3">
            <a:extLst>
              <a:ext uri="{FF2B5EF4-FFF2-40B4-BE49-F238E27FC236}">
                <a16:creationId xmlns:a16="http://schemas.microsoft.com/office/drawing/2014/main" id="{6E7AB134-A4E7-9081-100E-9B0A2186B8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2991362"/>
              </p:ext>
            </p:extLst>
          </p:nvPr>
        </p:nvGraphicFramePr>
        <p:xfrm>
          <a:off x="762000" y="508000"/>
          <a:ext cx="6096000" cy="16560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87028643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6064581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7322977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sv-SE"/>
                        <a:t>Medium Style 2 - Accent 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816801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body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43863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500472"/>
                  </a:ext>
                </a:extLst>
              </a:tr>
            </a:tbl>
          </a:graphicData>
        </a:graphic>
      </p:graphicFrame>
      <p:graphicFrame>
        <p:nvGraphicFramePr>
          <p:cNvPr id="3" name="tbl-medium4-accent4">
            <a:extLst>
              <a:ext uri="{FF2B5EF4-FFF2-40B4-BE49-F238E27FC236}">
                <a16:creationId xmlns:a16="http://schemas.microsoft.com/office/drawing/2014/main" id="{BFFDDC04-C62B-93EB-6B3F-6CDE13397D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44268"/>
              </p:ext>
            </p:extLst>
          </p:nvPr>
        </p:nvGraphicFramePr>
        <p:xfrm>
          <a:off x="762000" y="2413000"/>
          <a:ext cx="6096000" cy="165608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75495876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7629989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79596006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sv-SE"/>
                        <a:t>Medium Style 4 - Accent 4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921091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body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485488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3932190"/>
                  </a:ext>
                </a:extLst>
              </a:tr>
            </a:tbl>
          </a:graphicData>
        </a:graphic>
      </p:graphicFrame>
      <p:graphicFrame>
        <p:nvGraphicFramePr>
          <p:cNvPr id="4" name="tbl-light2-accent1">
            <a:extLst>
              <a:ext uri="{FF2B5EF4-FFF2-40B4-BE49-F238E27FC236}">
                <a16:creationId xmlns:a16="http://schemas.microsoft.com/office/drawing/2014/main" id="{A00D9A56-BBC5-A9BE-D540-630FC53E2D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289958"/>
              </p:ext>
            </p:extLst>
          </p:nvPr>
        </p:nvGraphicFramePr>
        <p:xfrm>
          <a:off x="762000" y="4318000"/>
          <a:ext cx="6096000" cy="1656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1169709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20098511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687858486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Light Style 2 - Accent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46871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body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34662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391893"/>
                  </a:ext>
                </a:extLst>
              </a:tr>
            </a:tbl>
          </a:graphicData>
        </a:graphic>
      </p:graphicFrame>
      <p:graphicFrame>
        <p:nvGraphicFramePr>
          <p:cNvPr id="5" name="tbl-all-look-flags">
            <a:extLst>
              <a:ext uri="{FF2B5EF4-FFF2-40B4-BE49-F238E27FC236}">
                <a16:creationId xmlns:a16="http://schemas.microsoft.com/office/drawing/2014/main" id="{077F805C-975D-2EC6-065B-AC46C807CE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7330967"/>
              </p:ext>
            </p:extLst>
          </p:nvPr>
        </p:nvGraphicFramePr>
        <p:xfrm>
          <a:off x="762000" y="6223000"/>
          <a:ext cx="6096000" cy="197358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{F5AB1C69-6EDB-4FF4-983F-18BD219EF322}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425514979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0927472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03243590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814344770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r>
                        <a:rPr lang="en-US"/>
                        <a:t>all six regions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3383349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285856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791023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02051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81498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</Words>
  <Application>Microsoft Office PowerPoint</Application>
  <PresentationFormat>Custom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HERNÁNDEZ BERNAL Santiago</dc:creator>
  <cp:lastModifiedBy>HERNÁNDEZ BERNAL Santiago</cp:lastModifiedBy>
  <cp:revision>1</cp:revision>
  <dcterms:created xsi:type="dcterms:W3CDTF">2026-09-17T22:47:45Z</dcterms:created>
  <dcterms:modified xsi:type="dcterms:W3CDTF">2026-09-17T22:47:45Z</dcterms:modified>
</cp:coreProperties>
</file>