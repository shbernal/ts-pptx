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1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CBB7E-21C5-57EF-37FE-3AC5854835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240A64-0C3C-BEE5-3B27-98B11A3FF9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A6F9B6-1D62-CDD3-BDBE-0A9690DE5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D9D49-D84E-464F-9AB5-825548F45795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1BCF17-C2BB-92E5-1C01-F4B4C691D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2F4B88-36C3-C55B-8734-BF55BC53E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D0EAC-CB22-4BB9-BA5A-1A28F4942F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9412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941DD-4A88-5584-46AD-55C85E3D1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51A18-68E8-0DA3-A022-630E7CC1EF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CE7E20-FB72-CE2C-2E82-5BA4F4FCF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D9D49-D84E-464F-9AB5-825548F45795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86B06-C072-1722-951A-5B5ACEC77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FB97E-03D5-F2F4-807F-99700D910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D0EAC-CB22-4BB9-BA5A-1A28F4942F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80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0C399-F02C-C8E0-CBCC-DC0EFFF8E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1B3D9B-4A1E-4E3C-B6F9-C9702467BA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8AB019-DC29-F35F-9901-A1999574F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D9D49-D84E-464F-9AB5-825548F45795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716C93-22AD-0BE0-30E3-E9423A40B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681239-0362-8BE7-51F2-B0480BFB1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D0EAC-CB22-4BB9-BA5A-1A28F4942F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980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FA04F-5EE3-096C-6CD5-F6303A427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93B1A-65A7-2DC5-F69F-AA04C7126C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A73B90-EFC1-6C5E-1820-E8A6220BB5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2E9970-DBB1-1842-1821-18CA1D705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D9D49-D84E-464F-9AB5-825548F45795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B31062-5083-A921-4049-B733D9BB05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AF4853-540D-4F1D-4832-DD6CFF298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D0EAC-CB22-4BB9-BA5A-1A28F4942F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144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6E801-0ACC-DF15-5B97-9D1AFFD97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BF506E-987E-5B73-FC91-EFDA145BC4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BCE417-B798-C633-E05B-1CD9BF4D18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0C7393-5344-A49E-516A-7C06E7CA6A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E4DC42-CA75-245C-DAE9-BA943A4C5E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88BE42-6674-0EE7-D0DA-01E13A4B9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D9D49-D84E-464F-9AB5-825548F45795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E3A266-3AD7-2E54-3950-4029E493F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0E6D3A-CC3A-9A8B-BFDE-4C6F626DB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D0EAC-CB22-4BB9-BA5A-1A28F4942F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508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09546-55C3-CAC3-2EEB-6085A0482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66561-880A-5420-3D9A-0149DDE28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D9D49-D84E-464F-9AB5-825548F45795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F40B4D-0701-C7CD-F2F7-E86F46232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6CC9D9-6907-1E33-0F4C-1C5383C0E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D0EAC-CB22-4BB9-BA5A-1A28F4942F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919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D896C16-797F-7A87-2D7A-B4E4D7A0D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D9D49-D84E-464F-9AB5-825548F45795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E3F1B6-FA18-0361-2F94-6804FE965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4844CE-47B5-4906-9543-CD7199A07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D0EAC-CB22-4BB9-BA5A-1A28F4942F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991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41C81-5F94-2ED3-1314-652505B61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1EE2FA-B357-0E99-FBBF-C96AA2537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A06CC4-9383-F8C5-DF20-95B0D977F8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E68882-36CA-FA20-26DB-DBBD2ACC2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D9D49-D84E-464F-9AB5-825548F45795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DE3AE7-DFFD-98AD-D762-25AB34BCC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833B14-12D7-F0B9-6E57-53FB507A6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D0EAC-CB22-4BB9-BA5A-1A28F4942F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5138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85A25-D87C-D1D9-2BD0-BCFA4ABEF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6C96C5-3AA5-F0F7-5F86-E1A3586851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F0CB97-C032-277A-5C62-633B0DE268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BE39F6-157E-3352-A0D2-CEAAF35C6C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D9D49-D84E-464F-9AB5-825548F45795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1726B2-3886-95C3-B9C8-3F4B5B3BC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03E8E6-6711-D1E3-C28C-BE604B6B3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D0EAC-CB22-4BB9-BA5A-1A28F4942F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0542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ED27C-2261-F276-772E-0B1FCAAA2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E486AD-FE77-2431-06C9-C1B2D767A9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24921D-2CFC-EEC5-3762-BD6CC2101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D9D49-D84E-464F-9AB5-825548F45795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B09447-3DA3-1649-BE26-41C95AE25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3FD647-FED1-32C6-BA6A-2D975081F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D0EAC-CB22-4BB9-BA5A-1A28F4942F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795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D82A72-A96D-9698-2ED7-9E514F68DF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835CCC-DE11-E640-C630-5186D65113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AAA07D-CB04-98E9-D9D1-135F43DDD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D9D49-D84E-464F-9AB5-825548F45795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1C6A70-1466-CAB8-712F-E18853670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F70CC-D8CF-6DB8-758D-ED8E11BD2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D0EAC-CB22-4BB9-BA5A-1A28F4942F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564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EAD217-E3EA-8E79-8A4D-9BF1AFA54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865A14-06C9-255F-F969-08292D726E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B6B8AE-FD66-61CD-B118-A1D152CEA9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3D9D49-D84E-464F-9AB5-825548F45795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EA088-C914-C17B-2267-A7746C3949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1491AB-396C-B726-CEB1-C0AB9F9436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7D0EAC-CB22-4BB9-BA5A-1A28F4942F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248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bl-medium2-accent3">
            <a:extLst>
              <a:ext uri="{FF2B5EF4-FFF2-40B4-BE49-F238E27FC236}">
                <a16:creationId xmlns:a16="http://schemas.microsoft.com/office/drawing/2014/main" id="{411C9F8F-D3AC-C457-EDFD-912D9FBDE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8318480"/>
              </p:ext>
            </p:extLst>
          </p:nvPr>
        </p:nvGraphicFramePr>
        <p:xfrm>
          <a:off x="762000" y="508000"/>
          <a:ext cx="6096000" cy="16560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94718353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1110113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40026584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r>
                        <a:rPr lang="sv-SE" dirty="0"/>
                        <a:t>Medium Style 2 - Accent 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282005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lang="en-US"/>
                        <a:t>body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1908217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4918026"/>
                  </a:ext>
                </a:extLst>
              </a:tr>
            </a:tbl>
          </a:graphicData>
        </a:graphic>
      </p:graphicFrame>
      <p:graphicFrame>
        <p:nvGraphicFramePr>
          <p:cNvPr id="3" name="tbl-medium4-accent4">
            <a:extLst>
              <a:ext uri="{FF2B5EF4-FFF2-40B4-BE49-F238E27FC236}">
                <a16:creationId xmlns:a16="http://schemas.microsoft.com/office/drawing/2014/main" id="{132062E8-0FDE-3396-BCF9-2E803A24D5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6672047"/>
              </p:ext>
            </p:extLst>
          </p:nvPr>
        </p:nvGraphicFramePr>
        <p:xfrm>
          <a:off x="762000" y="2413000"/>
          <a:ext cx="6096000" cy="1656080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36553881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29734817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449757824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r>
                        <a:rPr lang="sv-SE"/>
                        <a:t>Medium Style 4 - Accent 4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4453536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lang="en-US"/>
                        <a:t>body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214720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5565511"/>
                  </a:ext>
                </a:extLst>
              </a:tr>
            </a:tbl>
          </a:graphicData>
        </a:graphic>
      </p:graphicFrame>
      <p:graphicFrame>
        <p:nvGraphicFramePr>
          <p:cNvPr id="4" name="tbl-light2-accent1">
            <a:extLst>
              <a:ext uri="{FF2B5EF4-FFF2-40B4-BE49-F238E27FC236}">
                <a16:creationId xmlns:a16="http://schemas.microsoft.com/office/drawing/2014/main" id="{4D31540C-2195-230E-807E-A68EFD8BD0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196755"/>
              </p:ext>
            </p:extLst>
          </p:nvPr>
        </p:nvGraphicFramePr>
        <p:xfrm>
          <a:off x="762000" y="4318000"/>
          <a:ext cx="6096000" cy="165608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95457192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05565000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25846205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r>
                        <a:rPr lang="en-US"/>
                        <a:t>Light Style 2 - Accent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0030834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lang="en-US"/>
                        <a:t>body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129394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2385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10684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21</Words>
  <Application>Microsoft Office PowerPoint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HERNÁNDEZ BERNAL Santiago</dc:creator>
  <cp:lastModifiedBy>HERNÁNDEZ BERNAL Santiago</cp:lastModifiedBy>
  <cp:revision>2</cp:revision>
  <dcterms:created xsi:type="dcterms:W3CDTF">2026-07-15T15:25:00Z</dcterms:created>
  <dcterms:modified xsi:type="dcterms:W3CDTF">2026-07-15T15:40:28Z</dcterms:modified>
</cp:coreProperties>
</file>