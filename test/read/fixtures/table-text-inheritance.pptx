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2800" kern="1200">
        <a:solidFill>
          <a:srgbClr val="C00000"/>
        </a:solidFill>
        <a:latin typeface="Courier New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E2AC-2082-B062-AF9E-68B1E4629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97366-4B2D-17EC-986E-E31DE064E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5BD1B-B8BA-66EA-BB1A-1C125DCD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46EF-0263-E651-255D-4849ADE9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13BA4-8227-99F2-4700-DCF71410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03C3-7ADC-B470-F6CB-34CF7C4A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248CF-446B-5419-DF1D-31B5071D2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911AE-6300-EBA1-5F32-09229783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1917E-DFFF-1E26-FAF5-BDD23089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CF5A-9D37-3A21-C6A0-51990CFC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6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B6A9-F8A5-FA42-3381-65C0DCAF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BA54D-8BC4-5C31-819A-4419CE477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B599D-2849-95D8-3843-7B8B55E6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B233A-250A-87CB-FCFE-6EF27699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52D3-8658-2D27-BA9B-682F3B58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0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B521-C11A-27EE-0B72-813E9534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51023-F5BA-35CF-7878-40045FCD6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1CA6A-F0F8-5F8B-6212-DA29C9BCF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E0506-FBCA-2E6C-B558-2FEDC3F0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E4873-B404-CBCC-73BF-749E64B21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C4AAA-E51A-2656-4B5E-EA6C7DFC2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5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AA7D-9ACB-099B-81A4-20237D9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E8FD-ED30-65B2-0F4E-59A3AE478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12EF7-185B-1888-344A-4FDD38E89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0C8B7-E3B2-B293-FEB0-732B24B68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5AE1E-A171-454F-E0ED-4BB038A09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1560F-1320-B111-2DA9-254977E6D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939D6-5210-E061-A285-46109EB9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1D142-7EED-C1E1-CEDE-A960D48D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2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6F0B-09F5-9B76-A6D9-C99DF7A5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4000C-B88E-2458-B709-1F43E08E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ED35E-C019-ACAB-D96E-75A1CF2A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791C0-1600-4D9B-7AA7-56166B5A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2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879ED-0DED-2C50-1C57-C2945C4B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77F3C-38D3-4DB3-22FE-A9B71D79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7CD71-B3BE-49E9-275F-AB1CA6B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2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B246-ECC2-BB1B-9CC6-3BD4A31B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2E971-FC27-31A0-0DD5-5BD802AB6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EE942-CA62-F5C2-F6A9-D44AE671D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2FA71-3876-E5EB-A677-41A077569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FD10D-3501-D090-E986-95B5417D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4154B-D260-A85E-56ED-57419FAE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C0BB9-C1B6-6B28-5071-12AB4D25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D4F9E-3029-6EBD-0CD6-982C36090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BD311-0A88-1344-702E-9EB3BAD86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2FF0C-D24C-6557-497B-1AA4CB78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AEA5C-572C-B55C-AD98-B8579520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7F1C9-717B-5D71-04A0-FDDC52AC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5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DA5E-2102-EC78-6839-81B3C211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358E0-308C-2157-AAF9-0F96322E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E2B8D-F57C-B10E-728F-BD086837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9C1AC-14A6-69A1-FA3D-9AF7F363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F5C2F-9666-097B-AB29-22906FAE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2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78ECA-24D9-F66D-1962-1D6F074A14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7D9F0-6EFF-C837-3793-1D6538AC4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A8460-7199-AF4B-53D5-44D601F11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1283F-B2CC-DA26-6379-EB6FF316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B1951-5FD3-36A6-2741-F3DCDA69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2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5B550-E341-17A0-D285-9104BF94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19511-3804-8A7D-6EE2-EA947769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EBEF1-CAF8-12A2-8476-90096ACDA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38ADB-B119-4053-BFAC-423A20A017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D223A-238B-8DEE-7588-572079A53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09EBE-5D25-4A32-3332-6B13F8690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C69B9-7A42-4900-9973-8E953A4D1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7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i="1" kern="1200">
          <a:solidFill>
            <a:srgbClr val="0070C0"/>
          </a:solidFill>
          <a:latin typeface="Georgia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>
            <a:extLst>
              <a:ext uri="{FF2B5EF4-FFF2-40B4-BE49-F238E27FC236}">
                <a16:creationId xmlns:a16="http://schemas.microsoft.com/office/drawing/2014/main" id="{03EDB436-0A8D-8EC9-88CB-CDDCB7A36B44}"/>
              </a:ext>
            </a:extLst>
          </p:cNvPr>
          <p:cNvSpPr txBox="1"/>
          <p:nvPr/>
        </p:nvSpPr>
        <p:spPr>
          <a:xfrm>
            <a:off x="508000" y="254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Box text</a:t>
            </a:r>
          </a:p>
        </p:txBody>
      </p:sp>
      <p:graphicFrame>
        <p:nvGraphicFramePr>
          <p:cNvPr id="3" name="StyledTable">
            <a:extLst>
              <a:ext uri="{FF2B5EF4-FFF2-40B4-BE49-F238E27FC236}">
                <a16:creationId xmlns:a16="http://schemas.microsoft.com/office/drawing/2014/main" id="{EACF9CC1-A5E5-5795-7237-A2A9E7CA3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718778"/>
              </p:ext>
            </p:extLst>
          </p:nvPr>
        </p:nvGraphicFramePr>
        <p:xfrm>
          <a:off x="508000" y="127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06001244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50628403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Head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7976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Body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Body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778435"/>
                  </a:ext>
                </a:extLst>
              </a:tr>
            </a:tbl>
          </a:graphicData>
        </a:graphic>
      </p:graphicFrame>
      <p:graphicFrame>
        <p:nvGraphicFramePr>
          <p:cNvPr id="4" name="NoGridTable">
            <a:extLst>
              <a:ext uri="{FF2B5EF4-FFF2-40B4-BE49-F238E27FC236}">
                <a16:creationId xmlns:a16="http://schemas.microsoft.com/office/drawing/2014/main" id="{90780F89-BEAA-EFB3-E411-AEEEDF963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60887"/>
              </p:ext>
            </p:extLst>
          </p:nvPr>
        </p:nvGraphicFramePr>
        <p:xfrm>
          <a:off x="508000" y="3175000"/>
          <a:ext cx="7620000" cy="127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582954108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75423524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Head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73883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Body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Body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46078"/>
                  </a:ext>
                </a:extLst>
              </a:tr>
            </a:tbl>
          </a:graphicData>
        </a:graphic>
      </p:graphicFrame>
      <p:graphicFrame>
        <p:nvGraphicFramePr>
          <p:cNvPr id="5" name="NoStyleTable">
            <a:extLst>
              <a:ext uri="{FF2B5EF4-FFF2-40B4-BE49-F238E27FC236}">
                <a16:creationId xmlns:a16="http://schemas.microsoft.com/office/drawing/2014/main" id="{1E55A38D-07A5-602F-7136-EE19DEB50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94999"/>
              </p:ext>
            </p:extLst>
          </p:nvPr>
        </p:nvGraphicFramePr>
        <p:xfrm>
          <a:off x="508000" y="5080000"/>
          <a:ext cx="7620000" cy="1270000"/>
        </p:xfrm>
        <a:graphic>
          <a:graphicData uri="http://schemas.openxmlformats.org/drawingml/2006/table">
            <a:tbl>
              <a:tblPr firstRow="1" bandRow="1"/>
              <a:tblGrid>
                <a:gridCol w="3810000">
                  <a:extLst>
                    <a:ext uri="{9D8B030D-6E8A-4147-A177-3AD203B41FA5}">
                      <a16:colId xmlns:a16="http://schemas.microsoft.com/office/drawing/2014/main" val="275312819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40599348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Head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38412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Body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Body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835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452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7030A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Display</vt:lpstr>
      <vt:lpstr>Arial</vt:lpstr>
      <vt:lpstr>Courier New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2026-09-14T13:29:59Z</dcterms:created>
  <dcterms:modified xsi:type="dcterms:W3CDTF">2026-09-14T13:30:02Z</dcterms:modified>
</cp:coreProperties>
</file>