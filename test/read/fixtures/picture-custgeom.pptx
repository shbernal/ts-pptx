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" d="100"/>
          <a:sy n="10" d="100"/>
        </p:scale>
        <p:origin x="-66" y="-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8B851-A709-2142-D87C-ACD1E38CD9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0683D4-B68B-00EC-EA12-90E1CB1FA5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1E299-BB48-350A-0ACE-659202410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EF22-223E-419A-8829-782CC81524B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A38F2-417E-04B4-2E34-82031818C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BBD1C-A9A9-D240-0113-734F121B1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EA72-B974-4ACB-BC00-72834691EA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430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AB570-0975-7A42-7EB5-C75766681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FFB40-5E3F-F3D8-C7F1-FBF855B91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B31F5-0D55-4861-CC72-F87639EF0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EF22-223E-419A-8829-782CC81524B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52826-7B82-60E3-D0AD-670362FE2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28103-C001-8CB3-1194-CAD3D5E1D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EA72-B974-4ACB-BC00-72834691EA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783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9C419-F69F-6DF8-5D14-7806E81A0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C1C9A0-4A5D-2EFF-30AC-A5FD1A3F3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38266-A470-B280-E3D2-14AB47D80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EF22-223E-419A-8829-782CC81524B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3AF8E-6156-4CF9-0843-56666F15A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70470-0E35-69D7-8BF5-BC4650A85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EA72-B974-4ACB-BC00-72834691EA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776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68C6-6E25-4CE3-9CC3-945DE279F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F1B51-86E0-BC04-4945-8643F2C574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8AB19A-E1C0-0E71-2447-F1EBFE62DE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48B5B8-CA26-CA2A-1007-9B227C705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EF22-223E-419A-8829-782CC81524B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84A647-44CE-A121-500F-45DFA3A1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A3390-4865-9B0B-934A-C199DA7C9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EA72-B974-4ACB-BC00-72834691EA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291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615AA-AF70-13EB-89AC-FB392CCAD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6CA48D-B805-0B77-35EF-B014D913D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39AD20-FA73-1718-21CA-5FB8BF11F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9A55CD-7F7B-70A1-D17C-219099932D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AAAFBE-1FF2-202F-F17F-AFD9E31084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45872F-E29C-E739-12F8-97F3A7AD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EF22-223E-419A-8829-782CC81524B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98C682-C4D8-EF72-2198-14F3BD236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41BF3C-1C3B-B53A-8065-162BF74B2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EA72-B974-4ACB-BC00-72834691EA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981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FD437-8618-BE0B-3449-C4499C59C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A7185C-A281-A232-A2CA-9C89E87E6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EF22-223E-419A-8829-782CC81524B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6C9C5C-1755-D9D0-9C97-4F11A639A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3C84B2-F91A-EC5F-D344-AFE945CCA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EA72-B974-4ACB-BC00-72834691EA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38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E8CFB2-8DA7-68B8-61BC-317925503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EF22-223E-419A-8829-782CC81524B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AB4121-7A7D-6AE0-1CF6-61459CBFB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9249BF-D82E-F8FC-2F6B-371F8E54A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EA72-B974-4ACB-BC00-72834691EA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83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98314-0BB6-27FF-03A8-B239AF52F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2107C-17F2-A754-FFB2-6835A481F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E49FF-E4DB-618F-FA1E-24F49F9303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8A0B9C-B6AE-B0C3-ED59-BBC0F841C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EF22-223E-419A-8829-782CC81524B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28058-761D-1807-A46E-5C3493E6B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F94D1E-CB77-6CFB-4444-35876EA12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EA72-B974-4ACB-BC00-72834691EA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467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F5902-B3C6-D773-FD85-79C5C3E79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85A3CE-7D88-5558-DF8E-1891D6156A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24CC81-D22E-A2BF-6270-87B9A01D9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C34F4-57B3-E348-C66F-2D926C72A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EF22-223E-419A-8829-782CC81524B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1A59CF-49FE-2E5A-D61C-05964334B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949F6E-F98F-8592-F31F-C987A68ED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EA72-B974-4ACB-BC00-72834691EA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787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421C-EAE2-FD16-F46E-3E9546BD1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F718E1-45B5-5666-D699-4076022C39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8AF56-4710-5362-F2E9-7682676E0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EF22-223E-419A-8829-782CC81524B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2AD0A-E0FF-C46D-C7D9-D759A204D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53628-D7D1-736E-8DF6-C562CE750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EA72-B974-4ACB-BC00-72834691EA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389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94014E-8155-03E9-E56E-085FE77EE8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3DB532-3D4F-413A-11FE-C85930DD86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E2486-868C-41DD-2B27-F2A812074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6EF22-223E-419A-8829-782CC81524B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FC770-5B94-6A85-C3BA-8EE469D76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4AD3D-3B6A-E7B3-ACBA-E51AD751D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EA72-B974-4ACB-BC00-72834691EA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787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A41301-329E-8671-5A6C-3EAB8B140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DA936-24B3-CDFE-58D0-BA08BE52C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F9706-F67E-DA25-7B8E-79F30BC10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C6EF22-223E-419A-8829-782CC81524B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B0754-4C9A-D407-1455-F736D60BCA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8D9B6-9AF1-09E3-AFB4-A5BD3D8A8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20EA72-B974-4ACB-BC00-72834691EA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41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-clip-lines">
            <a:extLst>
              <a:ext uri="{FF2B5EF4-FFF2-40B4-BE49-F238E27FC236}">
                <a16:creationId xmlns:a16="http://schemas.microsoft.com/office/drawing/2014/main" id="{2024D98F-F308-DFA4-7B43-ACA636A7F56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92" t="5128" r="7692" b="5128"/>
          <a:stretch>
            <a:fillRect/>
          </a:stretch>
        </p:blipFill>
        <p:spPr>
          <a:xfrm>
            <a:off x="762000" y="635000"/>
            <a:ext cx="2794000" cy="2222500"/>
          </a:xfrm>
          <a:custGeom>
            <a:avLst/>
            <a:gdLst>
              <a:gd name="csX0" fmla="*/ 0 w 2794000"/>
              <a:gd name="csY0" fmla="*/ 0 h 2222500"/>
              <a:gd name="csX1" fmla="*/ 2794000 w 2794000"/>
              <a:gd name="csY1" fmla="*/ 0 h 2222500"/>
              <a:gd name="csX2" fmla="*/ 1397000 w 2794000"/>
              <a:gd name="csY2" fmla="*/ 2222500 h 2222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794000" h="2222500">
                <a:moveTo>
                  <a:pt x="0" y="0"/>
                </a:moveTo>
                <a:lnTo>
                  <a:pt x="2794000" y="0"/>
                </a:lnTo>
                <a:lnTo>
                  <a:pt x="1397000" y="2222500"/>
                </a:lnTo>
                <a:close/>
              </a:path>
            </a:pathLst>
          </a:custGeom>
        </p:spPr>
      </p:pic>
      <p:pic>
        <p:nvPicPr>
          <p:cNvPr id="9" name="pic-clip-curve">
            <a:extLst>
              <a:ext uri="{FF2B5EF4-FFF2-40B4-BE49-F238E27FC236}">
                <a16:creationId xmlns:a16="http://schemas.microsoft.com/office/drawing/2014/main" id="{E23A7B09-35F2-554D-46F4-7C2360BB769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92" t="11431" r="7692" b="5128"/>
          <a:stretch>
            <a:fillRect/>
          </a:stretch>
        </p:blipFill>
        <p:spPr>
          <a:xfrm>
            <a:off x="4572000" y="791098"/>
            <a:ext cx="2794000" cy="2066402"/>
          </a:xfrm>
          <a:custGeom>
            <a:avLst/>
            <a:gdLst>
              <a:gd name="csX0" fmla="*/ 1492250 w 2794000"/>
              <a:gd name="csY0" fmla="*/ 2652 h 2066402"/>
              <a:gd name="csX1" fmla="*/ 2794000 w 2794000"/>
              <a:gd name="csY1" fmla="*/ 986902 h 2066402"/>
              <a:gd name="csX2" fmla="*/ 2794000 w 2794000"/>
              <a:gd name="csY2" fmla="*/ 2066402 h 2066402"/>
              <a:gd name="csX3" fmla="*/ 0 w 2794000"/>
              <a:gd name="csY3" fmla="*/ 2066402 h 2066402"/>
              <a:gd name="csX4" fmla="*/ 0 w 2794000"/>
              <a:gd name="csY4" fmla="*/ 732902 h 2066402"/>
              <a:gd name="csX5" fmla="*/ 1492250 w 2794000"/>
              <a:gd name="csY5" fmla="*/ 2652 h 20664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794000" h="2066402">
                <a:moveTo>
                  <a:pt x="1492250" y="2652"/>
                </a:moveTo>
                <a:cubicBezTo>
                  <a:pt x="2095500" y="34402"/>
                  <a:pt x="2667000" y="351902"/>
                  <a:pt x="2794000" y="986902"/>
                </a:cubicBezTo>
                <a:lnTo>
                  <a:pt x="2794000" y="2066402"/>
                </a:lnTo>
                <a:lnTo>
                  <a:pt x="0" y="2066402"/>
                </a:lnTo>
                <a:lnTo>
                  <a:pt x="0" y="732902"/>
                </a:lnTo>
                <a:cubicBezTo>
                  <a:pt x="254000" y="224902"/>
                  <a:pt x="889000" y="-29098"/>
                  <a:pt x="1492250" y="2652"/>
                </a:cubicBezTo>
                <a:close/>
              </a:path>
            </a:pathLst>
          </a:custGeom>
        </p:spPr>
      </p:pic>
      <p:pic>
        <p:nvPicPr>
          <p:cNvPr id="11" name="pic-preset-oval">
            <a:extLst>
              <a:ext uri="{FF2B5EF4-FFF2-40B4-BE49-F238E27FC236}">
                <a16:creationId xmlns:a16="http://schemas.microsoft.com/office/drawing/2014/main" id="{C162F495-89F5-D7A5-87D8-B21867E5164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0" y="508000"/>
            <a:ext cx="3302000" cy="2476500"/>
          </a:xfrm>
          <a:prstGeom prst="ellipse">
            <a:avLst/>
          </a:prstGeom>
        </p:spPr>
      </p:pic>
      <p:pic>
        <p:nvPicPr>
          <p:cNvPr id="13" name="pic-plain">
            <a:extLst>
              <a:ext uri="{FF2B5EF4-FFF2-40B4-BE49-F238E27FC236}">
                <a16:creationId xmlns:a16="http://schemas.microsoft.com/office/drawing/2014/main" id="{0B413DBD-77E0-1E1B-D216-FE06508A1D5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3810000"/>
            <a:ext cx="2540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404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2026-09-15T17:44:12Z</dcterms:created>
  <dcterms:modified xsi:type="dcterms:W3CDTF">2026-09-15T17:44:12Z</dcterms:modified>
</cp:coreProperties>
</file>