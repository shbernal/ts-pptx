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B54-DBD1-049B-C4CA-5A4D3F8AD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79121-D57A-905C-545F-664FB2B99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C6401-AAEE-7AD7-AAB5-14FA1CB1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1C1E1-5C37-E20F-DE34-A93E1936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6F63-756E-71C3-B027-CDF55BD7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8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FADD-934C-FE4E-42FC-B64158A7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27409-2FB6-666C-4A9B-AEE0D1054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BDFD4-ED07-230B-9BE7-672D89B8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8C241-112B-652B-65C5-21866ECC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FB685-CAE8-B7E2-4B96-6A114125F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42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55F9-E5F4-0BA2-C1F2-2665786B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8B91-8AC2-ECDA-6511-3212EFB4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4C2E8-5EB9-A292-8CBD-BB04BDF7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8BF0D-12A4-63DD-F0BC-BA920310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10B0B-A77F-94C3-83FE-3A7E30E0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B37A-458F-B4F5-8496-EE0363AC9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7CFFB-8822-025B-CCF8-55DB97067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6CD3B-6CCB-DC7C-DFF7-4EC12BD46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EEE03-4591-3357-5475-569E1E37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8176F-DB63-82EC-6172-4F9806E5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CDC6F-B8CC-372C-32CB-A002BAEF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3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176D-517B-A297-D63C-E2AC1494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941C-FFA8-2842-82BA-2A35A21FD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7D62-CD21-6DC7-066F-10FD12A3D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FB18BB-2055-C46D-439E-A834E776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DC5F8-3C81-8778-F638-C4AB3DEF0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FFCE82-066A-14C3-199E-5B3B9146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0CE26-E568-D8A5-76C5-B72DD6A1F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F6809-8A49-9E1D-6E80-283EA2ED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8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AA1A-8310-A37B-9419-F4A1BF86A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5BBE9-8B01-10BE-2164-3B32EB31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324D7-D904-5C22-696E-BE54B48B6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CA102-BD78-602C-2A47-84998522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1371E-9E34-A5B6-1D10-5C657AB9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4F6C9-D8E7-EBB9-D3D8-17C1DBC3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C5392-8D0C-C78E-00DD-959411CF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57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E7BD1-8311-FC6D-3D5D-83DAE47F7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F05E-1ED8-587D-E7A9-EAA7CE3E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D1F7F-2E79-16DA-2531-B49AEBA9A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93764-89F5-8DC6-58F9-D2E3082A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A9827-351F-8F88-C985-CD16C487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DDFFE-116C-FAE0-D473-DDF17C87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0F7E-576D-4869-8F31-42C50FB6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1265C-D1B8-C9B6-C0E2-358DEC6E0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BC9A5-9BEA-3620-8CFD-D31F4BF1B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FE3CB-D44B-CE4E-7196-105F399F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29919-7C2A-7858-2CDB-6687773B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A3A49-AFFE-A370-E0CB-A446DA3A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5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AF5C-D85D-835F-5D80-9210DC0A9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48B76-B31B-19E9-5964-ED33D9075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7EF5D-3D50-BACA-EEF9-4BF783DD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E44C8-45E0-DF5F-B338-F53A45D5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D845F-8EA7-1FDA-05FC-C02DC1D3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8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17D49-33D0-2406-8FA7-89303B92A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D5948-BF6D-6D7C-53F0-214835CC3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334E8-5D9D-8D86-FFEC-9778BD803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ADA35-446E-DF89-609E-580FE48B1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14E98-51FB-274C-79FC-3D722E9F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0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0AC717-4E06-3B12-33AF-E655D7231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C6605-E441-972E-9E87-237CA02FF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EF9E4-4CFF-FD19-A42E-CD4716084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2EFEE-ABB3-4256-B847-1333151FD74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2417B-99CF-9F3B-E0F3-F984C81D9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A657-78A0-D5AF-817B-76705F880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BBE9E-C98F-4A98-9386-94715CB2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4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555B-8EA0-93D8-78C7-1DD46E267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in a content placeholder</a:t>
            </a:r>
          </a:p>
        </p:txBody>
      </p:sp>
      <p:graphicFrame>
        <p:nvGraphicFramePr>
          <p:cNvPr id="4" name="placeholder-table">
            <a:extLst>
              <a:ext uri="{FF2B5EF4-FFF2-40B4-BE49-F238E27FC236}">
                <a16:creationId xmlns:a16="http://schemas.microsoft.com/office/drawing/2014/main" id="{7143B8A4-81CE-F81A-7ECD-1A6F8B39AB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4099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558964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22588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94983968"/>
                    </a:ext>
                  </a:extLst>
                </a:gridCol>
              </a:tblGrid>
              <a:tr h="2175669">
                <a:tc>
                  <a:txBody>
                    <a:bodyPr/>
                    <a:lstStyle/>
                    <a:p>
                      <a:r>
                        <a:rPr lang="en-US"/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81720"/>
                  </a:ext>
                </a:extLst>
              </a:tr>
              <a:tr h="2175669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074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60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Table in a content placeholder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2026-06-19T09:39:02Z</dcterms:created>
  <dcterms:modified xsi:type="dcterms:W3CDTF">2026-06-19T09:39:07Z</dcterms:modified>
</cp:coreProperties>
</file>