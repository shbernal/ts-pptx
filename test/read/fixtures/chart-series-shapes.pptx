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415" autoAdjust="0"/>
    <p:restoredTop sz="94660"/>
  </p:normalViewPr>
  <p:slideViewPr>
    <p:cSldViewPr snapToGrid="0">
      <p:cViewPr varScale="1">
        <p:scale>
          <a:sx n="10" d="100"/>
          <a:sy n="10" d="100"/>
        </p:scale>
        <p:origin x="-4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4</c:v>
                </c:pt>
                <c:pt idx="2">
                  <c:v>3.5</c:v>
                </c:pt>
                <c:pt idx="3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5E0-4C8D-95F7-4159343C4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705903"/>
        <c:axId val="1877594671"/>
      </c:scatterChart>
      <c:valAx>
        <c:axId val="197059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594671"/>
        <c:crosses val="autoZero"/>
        <c:crossBetween val="midCat"/>
      </c:valAx>
      <c:valAx>
        <c:axId val="1877594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059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ubbleChart>
        <c:varyColors val="0"/>
        <c:ser>
          <c:idx val="0"/>
          <c:order val="0"/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7</c:v>
                </c:pt>
                <c:pt idx="3">
                  <c:v>12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F65E-4705-867C-730FF1A14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9693375"/>
        <c:axId val="1877649871"/>
      </c:bubbleChart>
      <c:valAx>
        <c:axId val="19693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649871"/>
        <c:crosses val="autoZero"/>
        <c:crossBetween val="midCat"/>
      </c:valAx>
      <c:valAx>
        <c:axId val="1877649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9337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Sheet1!$A$2:$B$5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Q1</c:v>
                  </c:pt>
                  <c:pt idx="3">
                    <c:v>Q2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07-4529-83A3-460DDB7AD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04511"/>
        <c:axId val="1877638831"/>
      </c:barChart>
      <c:catAx>
        <c:axId val="1970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638831"/>
        <c:crosses val="autoZero"/>
        <c:auto val="1"/>
        <c:lblAlgn val="ctr"/>
        <c:lblOffset val="100"/>
        <c:noMultiLvlLbl val="0"/>
      </c:catAx>
      <c:valAx>
        <c:axId val="1877638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0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D-4866-9CFE-CBAE1510FC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1EE5-D4F1-43B1-3D62-9EE8F7464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9542F-0A0E-243B-46A0-C2D32D51E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E6CBC-7438-1468-D539-7766EE65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7AEFC-BD6D-3427-6BDF-B0E7A8120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CB4FF-0C4B-BB6F-86C0-2B41E334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03D-0D1A-D507-DA2F-9E5F77EB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1D93-B267-52C0-1141-7B9B06508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FCA1C-0103-A138-72BF-E8F2010F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251C1-241E-0EF0-0BF8-5BCA4EAE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14867-B51F-3094-8710-36E782F4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CFC9-274A-143C-CD75-3EC922AE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DE723-73DC-D626-C688-A5A453877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FFF49-DA38-1613-DCB1-95C0397C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534DE-5819-0539-4FA5-56497411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9A092-5A4F-97FD-6E65-8C9E62FB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8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9632-7BF4-DEA7-2E1D-A0A848A5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F6F19-E2F6-76FC-4E75-7F1565069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CF90D-A684-B3F5-04DC-3E65565DE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F011C-BC63-11D1-2FB8-129471AB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FD194-798D-27AB-6482-834844B84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08B1B-2AEF-ABFA-A388-6661ABF6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6105-6521-2694-1DDF-131DCAB0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0F19C-269A-3433-1D3C-EDEABD393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2509B-8BA1-7433-2032-5BF714665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2FD65D-9EB3-6A83-0809-18B870A4C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C6DF2-914E-A50C-DC0C-CF53DF2A8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6D1236-8601-DA41-06B8-F18E00C4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296776-CA42-69D6-44DF-5378996F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639FA-E23F-057C-23A3-F773872C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13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95FA-EA82-0DDF-E1EF-AB023941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5B976-188E-DA38-641E-565149FF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DF234-3FDB-DE16-8215-DE8B0359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2FD66-EBFC-0A7D-FA20-2291A2D0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4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5E7C9-6C9F-CDC2-40F1-3049977C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38A9C-1C7E-1E76-8D66-5BF3B8A5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DF034-85BA-6700-31E8-2B1F8ECA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8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7E12-AB13-E933-50E2-6BC33486D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1FA41-7F30-AEE4-FD26-6883E2606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5291E-5926-5493-5A09-BFF2224C6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1F395-A152-60C1-A3B7-7A637AE1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8A6BF-E07A-7593-0FFD-DF57DB48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4DB9D-EB56-F7DB-EF6F-CA4BA50A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F4DE-F567-EC7F-AE65-4B307FBFE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F6290-29BB-BCB2-0A38-0949C4C4C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B2573-96C5-328D-19AA-A4A62AA57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5D8A-CE1D-C1CE-669D-D313932D9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87258-497E-6780-9C02-953F5E76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65577-C21E-5F04-A986-0CF16B93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6062-6BE3-2D60-BEBF-12CE6A1A4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01418-92BF-5DD4-6A30-77E005246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6025F-A2D6-BFD7-0FBF-C647062E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CFD41-7322-CEBE-2C4C-CD3B7CB5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C51DB-B912-C6B5-1EF5-BBDC8FCA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5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E86647-C243-6AF4-F972-46CEA98E9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C2989-4098-3BDE-6F6A-012952523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AA64C-C828-68E5-057E-D3A295EF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3398C-0BB5-346E-E524-525DD2EB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1DB95-A099-7905-8D0C-141A3D1B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3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74CCA-98C0-20F0-D91F-0C81EAFA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E27F3-C062-00F7-E9E1-3CF568D8F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A800A-5F26-499B-35A2-85B532794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5A823-3D40-4CC6-B28B-5D226FBAB55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DAF5-45AA-AF77-E8D0-663D6E0D6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D8ADA-2EFE-E729-4227-F1D3B5BE7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557AE-E849-4B0C-A074-BF29AE0EF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catter-chart">
            <a:extLst>
              <a:ext uri="{FF2B5EF4-FFF2-40B4-BE49-F238E27FC236}">
                <a16:creationId xmlns:a16="http://schemas.microsoft.com/office/drawing/2014/main" id="{321C87BB-F63C-8252-F0AD-BEFFAA2A53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6301012"/>
              </p:ext>
            </p:extLst>
          </p:nvPr>
        </p:nvGraphicFramePr>
        <p:xfrm>
          <a:off x="762000" y="762000"/>
          <a:ext cx="10668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202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bubble-chart">
            <a:extLst>
              <a:ext uri="{FF2B5EF4-FFF2-40B4-BE49-F238E27FC236}">
                <a16:creationId xmlns:a16="http://schemas.microsoft.com/office/drawing/2014/main" id="{029BF497-3DC7-B288-6642-7AFA7BEC3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3323923"/>
              </p:ext>
            </p:extLst>
          </p:nvPr>
        </p:nvGraphicFramePr>
        <p:xfrm>
          <a:off x="762000" y="762000"/>
          <a:ext cx="10668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0234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ultilevel-bar-chart">
            <a:extLst>
              <a:ext uri="{FF2B5EF4-FFF2-40B4-BE49-F238E27FC236}">
                <a16:creationId xmlns:a16="http://schemas.microsoft.com/office/drawing/2014/main" id="{3A8CE7CD-EA68-6989-ED94-9EEF541E35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262469"/>
              </p:ext>
            </p:extLst>
          </p:nvPr>
        </p:nvGraphicFramePr>
        <p:xfrm>
          <a:off x="762000" y="762000"/>
          <a:ext cx="10668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4463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ie-chart">
            <a:extLst>
              <a:ext uri="{FF2B5EF4-FFF2-40B4-BE49-F238E27FC236}">
                <a16:creationId xmlns:a16="http://schemas.microsoft.com/office/drawing/2014/main" id="{6487F628-2AB8-F8E6-8A71-38AB912B20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7517220"/>
              </p:ext>
            </p:extLst>
          </p:nvPr>
        </p:nvGraphicFramePr>
        <p:xfrm>
          <a:off x="762000" y="762000"/>
          <a:ext cx="10668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409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2026-09-11T23:17:08Z</dcterms:created>
  <dcterms:modified xsi:type="dcterms:W3CDTF">2026-09-11T23:17:08Z</dcterms:modified>
</cp:coreProperties>
</file>