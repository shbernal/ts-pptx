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415" autoAdjust="0"/>
    <p:restoredTop sz="94660"/>
  </p:normalViewPr>
  <p:slideViewPr>
    <p:cSldViewPr snapToGrid="0">
      <p:cViewPr varScale="1">
        <p:scale>
          <a:sx n="10" d="100"/>
          <a:sy n="10" d="100"/>
        </p:scale>
        <p:origin x="-44" y="-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4</c:v>
                </c:pt>
                <c:pt idx="2">
                  <c:v>3.5</c:v>
                </c:pt>
                <c:pt idx="3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C3F-46FA-B913-D339ED9BAF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03541887"/>
        <c:axId val="1660399183"/>
      </c:scatterChart>
      <c:valAx>
        <c:axId val="180354188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0399183"/>
        <c:crosses val="autoZero"/>
        <c:crossBetween val="midCat"/>
      </c:valAx>
      <c:valAx>
        <c:axId val="16603991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0354188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6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7</c:v>
                </c:pt>
                <c:pt idx="3">
                  <c:v>12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8CED-42FA-B962-B0F33FCFA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803534927"/>
        <c:axId val="1660378063"/>
      </c:bubbleChart>
      <c:valAx>
        <c:axId val="180353492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0378063"/>
        <c:crosses val="autoZero"/>
        <c:crossBetween val="midCat"/>
      </c:valAx>
      <c:valAx>
        <c:axId val="16603780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0353492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Sheet1!$A$2:$B$5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Q1</c:v>
                  </c:pt>
                  <c:pt idx="3">
                    <c:v>Q2</c:v>
                  </c:pt>
                </c:lvl>
                <c:lvl>
                  <c:pt idx="0">
                    <c:v>North</c:v>
                  </c:pt>
                  <c:pt idx="2">
                    <c:v>South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DD-4F65-9D1E-DC146C9BC9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02869855"/>
        <c:axId val="1660364623"/>
      </c:barChart>
      <c:catAx>
        <c:axId val="15028698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0364623"/>
        <c:crosses val="autoZero"/>
        <c:auto val="1"/>
        <c:lblAlgn val="ctr"/>
        <c:lblOffset val="100"/>
        <c:noMultiLvlLbl val="0"/>
      </c:catAx>
      <c:valAx>
        <c:axId val="1660364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028698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22</c:v>
                </c:pt>
                <c:pt idx="3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44-4897-808C-9380B78A8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</c:strCache>
            </c:str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4</c:v>
                </c:pt>
                <c:pt idx="2">
                  <c:v>3.5</c:v>
                </c:pt>
                <c:pt idx="3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A6D-46B9-900F-52E2EFBC96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03519615"/>
        <c:axId val="1660358383"/>
      </c:scatterChart>
      <c:valAx>
        <c:axId val="180351961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0358383"/>
        <c:crosses val="autoZero"/>
        <c:crossBetween val="midCat"/>
      </c:valAx>
      <c:valAx>
        <c:axId val="1660358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0351961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DB63E-7B80-18DE-6BB5-C57FA07C6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2CDDA8-CFAD-B6FA-35CA-D65BB2F8B3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EF186-94A0-717D-2BCA-D2C9A245E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ACDD5-8213-B114-9FD0-0BAC15B95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55A4E-4711-EE83-4154-FF2095A80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314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22332-AEEA-3E48-DCDC-2F9AB238D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1B39A-ABCA-81BD-7E39-DFBDA1C41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34B6C-60CD-91D3-0D3F-983FCD4EF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E5AAE-6FC8-86BD-ADBA-286D90A2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A4D6-DD59-F5BA-51BA-F677D8A55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9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A5FFF-E790-6FEE-DEFA-30A1068C6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D668E2-BF3E-5334-86BE-DF5B69CF84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1E576-3200-2040-8FC7-EA907A1A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EBAB8B-313A-F0A4-B0C1-61D3DD9FA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09D27-5667-418F-2B7B-A13DD1EAA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08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DFBC2-B17D-5738-D64D-FC0240345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86753-41B4-AFAC-65EA-0D1A8C33FB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5297FE-E97D-FD03-7F71-81DF474C3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D9A85-9663-C592-6712-C6E426B04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0C497-7441-EB1C-B286-4BFF08D11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A7896B-8A10-8FD1-5AF8-6E463CD6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641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AB633-9D17-37D5-5C79-78B7B2D2F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B003A-4D7C-9353-5EF4-EFEAF78CE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D0A82-859D-A149-9001-200C4AD281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2DB35F-6434-8CE9-206C-1AADF46085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49831F-44F4-A229-E089-FADBE365A1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3A1DF-A3F3-EF91-04D3-7E995060D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3F4F3-95A7-B0C1-DB9A-F875DB5EE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5C7276-317C-8887-D119-1ED94786D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240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BD55-44F4-9712-DB15-C3FC7BEDA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598276-810C-D4F3-2932-D0173F390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58375-9DC9-44F6-1847-4B6944D32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B290C-41AE-C60B-7C00-98DC0BF89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563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0DEB26-DCE9-ECED-96A0-39C143C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59F8BE-DAF5-DB20-50C9-93620116C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3021F-F173-781A-E926-1D11CB708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421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9B99-6EFC-0010-0681-1FB4B8C1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422C0-346A-AA93-B51E-45097F424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472D9-886C-8C57-F4C6-98C4D50EB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8CBF1F-6DE4-7B21-881A-2135136D3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9150CA-190C-A275-455E-6B67023FE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D477E-509A-E0AA-6EE9-061DF071C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82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F670-9E92-5E67-7434-C3E87AB93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FC3BC3-EA8F-1D42-E5F4-09B04D91CC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67160-FD60-A61B-6A45-CDCFE3CF3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B871C8-45BF-A13A-FB78-8E0C8C33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3313F-7E06-A56B-9DC7-432E245FE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ECAEC-876A-3EFA-E141-79C66C985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007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7A3E-B899-56F0-3133-A08E682FC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37C1E3-E341-D812-E51F-D1A67AEE3C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5A799-065B-2166-0948-541963AC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A527D-42E8-709F-7652-4D52F233B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97B2C-4BB6-F61A-44AB-7FACD4D7D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33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26B67D-0CBD-2A6D-4C7F-DB05796F11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E7F4C9-5875-10E5-A224-82F15F6B64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1E1DC-7621-6A9F-D97B-A80BCD28B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5B76-5B75-3029-C417-B0A13AAF4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913441-F6A7-490E-D847-62EC68613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777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56CE6F-B6F9-53A6-B183-229C8E797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629EA-0AE8-FA11-3EF6-C01F0A04E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2CAD8-D26C-CD35-314D-B85F264623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563D40-2285-42A3-A71B-7B19C275F84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23890-DF54-77A9-6ED6-547E568AD4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1D3B9-F70E-2E0C-C25D-BC0B511563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B5C656-75F8-4A5E-8C6A-9C7AA7B5C5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013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catter-chart">
            <a:extLst>
              <a:ext uri="{FF2B5EF4-FFF2-40B4-BE49-F238E27FC236}">
                <a16:creationId xmlns:a16="http://schemas.microsoft.com/office/drawing/2014/main" id="{344BFF5F-CDD8-250A-6D33-E398A92C1D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6664058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81935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bubble-chart">
            <a:extLst>
              <a:ext uri="{FF2B5EF4-FFF2-40B4-BE49-F238E27FC236}">
                <a16:creationId xmlns:a16="http://schemas.microsoft.com/office/drawing/2014/main" id="{2AAAFF28-6374-161E-C567-091ACEAD79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66713583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4059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multilevel-bar-chart">
            <a:extLst>
              <a:ext uri="{FF2B5EF4-FFF2-40B4-BE49-F238E27FC236}">
                <a16:creationId xmlns:a16="http://schemas.microsoft.com/office/drawing/2014/main" id="{4CE6B212-856B-690E-2ABD-C870B36381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2804609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39053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pie-chart">
            <a:extLst>
              <a:ext uri="{FF2B5EF4-FFF2-40B4-BE49-F238E27FC236}">
                <a16:creationId xmlns:a16="http://schemas.microsoft.com/office/drawing/2014/main" id="{96390454-1741-631C-7748-8C4CCD629F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697705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57070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catter-text-x-chart">
            <a:extLst>
              <a:ext uri="{FF2B5EF4-FFF2-40B4-BE49-F238E27FC236}">
                <a16:creationId xmlns:a16="http://schemas.microsoft.com/office/drawing/2014/main" id="{8B271744-08A4-EA3C-064C-780D98E6D2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022660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7721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Custom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1</cp:revision>
  <dcterms:created xsi:type="dcterms:W3CDTF">2026-09-13T17:01:28Z</dcterms:created>
  <dcterms:modified xsi:type="dcterms:W3CDTF">2026-09-13T17:01:28Z</dcterms:modified>
</cp:coreProperties>
</file>