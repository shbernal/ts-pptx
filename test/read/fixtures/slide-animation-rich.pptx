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C08A2-0F2C-649A-0C0F-5611B7CFE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12983-A2CF-DD86-F38D-977D921F5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E6468-C0F3-EE36-B6F7-66F25984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83177-54BF-9AEC-F657-54592CE0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529CC-5FA4-5167-42E9-3489AFD81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93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73444-09B8-0AFA-7749-39476FAD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E186-2A28-711B-FCBB-C5CCFB4E4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A4873-48DC-C540-B9CE-BC10A0723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C5396-4E70-EA3A-6B0C-E5AF747A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7F326-BAF7-28FA-821F-82607956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5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6F30C-C23F-4CCE-0858-0A34F585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F4823-5696-A72A-A95F-9B194A489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406D7-92C8-7079-9381-836552C0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5A9C7-6314-0A32-E0FF-462767F4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45B46-337F-D81F-05ED-DA8E8A0E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D979A-F193-123C-4C77-288A1796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1EB0E-637C-A227-60CF-AF902CB62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9F6B6-A0B8-7A15-7B83-BB0F33011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7099B-9EC1-2BCE-844A-F9F3F46C3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EB42C-3FB4-9528-5FE7-10764EE8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7C27C-3931-AE30-0C5C-4A0CEF64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22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195C-A321-3E86-758A-F6F977CD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A922D-9A06-6583-424F-8462F3B09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50811-A982-C89D-ED89-EDF8FDDEB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BB4CFE-DD6E-2CBF-7FD2-09671D3EAA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2E116-C25B-F697-78E1-60863D26A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E530BF-B103-7976-0C0B-0DCC58246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16C2A-41E8-3E2B-67BE-1E47B4D1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552BAE-F091-F895-7D7A-424FB4F9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1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1403B-6C7D-6E44-8FA6-0393B8FCD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54601-1586-0233-A116-883322E7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76211-D332-FC7F-1D04-6B485BC6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FA3C6-6559-E006-05EF-42C20918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93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E14C9-7793-F452-9DB7-7742877A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25FFA7-2D72-2A6A-AF5C-67CC63DA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98A98-BE91-97BB-67B0-D026FCF2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08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B409-4E1D-DB2C-BBFA-1D332DEB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0E40B-0BBA-916E-7C9E-025155F19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38880-18F2-707E-F667-2423DEE87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F9B2C-D15E-EBD8-B420-CE1198E1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B1D2F-A8E0-1BE6-4F3E-C9E97009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AAAB8-D612-B0F0-65D4-69254DCB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33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939DE-F5B9-F831-F04F-1C3DCF2F9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852B61-91E1-C9B8-754F-CCBC9BDB1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8EE7F-7A04-8FCB-ADDE-AD9BC0631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DFE5F-D387-DF0D-F8F0-46400A0D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7E7BA-2D69-1297-B36D-E705507F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DD1ED-C081-2E1B-336B-0EB78497B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6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C833F-D1B7-A75D-439C-C0BCAD03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F3524-E511-305D-48D7-BFD160977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CB948-F3C4-2927-0B7E-2C9EDE327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EC3CC-7E10-889F-3609-04191874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4CE23-BBB6-7AA2-6C57-42A2D457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9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285F5A-0AF7-BD5F-2683-668231961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D47D9-1114-AC5E-87A2-BA57772EF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7E372-C42D-6A08-4059-21483A1BF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0CB46-1216-F291-E0A8-045E0825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1E669-AD16-982A-2B96-361996BB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16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D6842D-BBB7-E32C-94C6-88DEBADF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168AF-17FC-9D20-045B-37374889A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AC664-6DB8-5F56-6CCA-6BB8A3B0CD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EC335-12D1-4CA6-87F3-917F6BD8892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1015B-68C6-6E99-5819-81A54FDB8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0099-AEE4-DFB2-743B-8B5DEE964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DF599-9363-4BA1-8C13-595FFE4F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3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-fade-click">
            <a:extLst>
              <a:ext uri="{FF2B5EF4-FFF2-40B4-BE49-F238E27FC236}">
                <a16:creationId xmlns:a16="http://schemas.microsoft.com/office/drawing/2014/main" id="{284FA597-94E0-BB4B-CDA9-BD7739663C54}"/>
              </a:ext>
            </a:extLst>
          </p:cNvPr>
          <p:cNvSpPr txBox="1"/>
          <p:nvPr/>
        </p:nvSpPr>
        <p:spPr>
          <a:xfrm>
            <a:off x="1524000" y="762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Entrance: fade (on click)</a:t>
            </a:r>
          </a:p>
        </p:txBody>
      </p:sp>
      <p:sp>
        <p:nvSpPr>
          <p:cNvPr id="3" name="ent-fly-after">
            <a:extLst>
              <a:ext uri="{FF2B5EF4-FFF2-40B4-BE49-F238E27FC236}">
                <a16:creationId xmlns:a16="http://schemas.microsoft.com/office/drawing/2014/main" id="{69A92EBC-36DD-19C0-703E-0C97199AB9CA}"/>
              </a:ext>
            </a:extLst>
          </p:cNvPr>
          <p:cNvSpPr txBox="1"/>
          <p:nvPr/>
        </p:nvSpPr>
        <p:spPr>
          <a:xfrm>
            <a:off x="1524000" y="2159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Entrance: fly in (after previous)</a:t>
            </a:r>
          </a:p>
        </p:txBody>
      </p:sp>
      <p:sp>
        <p:nvSpPr>
          <p:cNvPr id="4" name="emph-grow-with">
            <a:extLst>
              <a:ext uri="{FF2B5EF4-FFF2-40B4-BE49-F238E27FC236}">
                <a16:creationId xmlns:a16="http://schemas.microsoft.com/office/drawing/2014/main" id="{60526D86-0983-1ED5-073C-5F437D82BA91}"/>
              </a:ext>
            </a:extLst>
          </p:cNvPr>
          <p:cNvSpPr txBox="1"/>
          <p:nvPr/>
        </p:nvSpPr>
        <p:spPr>
          <a:xfrm>
            <a:off x="1524000" y="3556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Emphasis: grow/shrink (with previous)</a:t>
            </a:r>
          </a:p>
        </p:txBody>
      </p:sp>
      <p:sp>
        <p:nvSpPr>
          <p:cNvPr id="5" name="exit-fade-click">
            <a:extLst>
              <a:ext uri="{FF2B5EF4-FFF2-40B4-BE49-F238E27FC236}">
                <a16:creationId xmlns:a16="http://schemas.microsoft.com/office/drawing/2014/main" id="{24077DC1-EF90-81A3-F31B-F9A2EB5B066F}"/>
              </a:ext>
            </a:extLst>
          </p:cNvPr>
          <p:cNvSpPr txBox="1"/>
          <p:nvPr/>
        </p:nvSpPr>
        <p:spPr>
          <a:xfrm>
            <a:off x="1524000" y="4953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Exit: fade (on click)</a:t>
            </a:r>
          </a:p>
        </p:txBody>
      </p:sp>
    </p:spTree>
    <p:extLst>
      <p:ext uri="{BB962C8B-B14F-4D97-AF65-F5344CB8AC3E}">
        <p14:creationId xmlns:p14="http://schemas.microsoft.com/office/powerpoint/2010/main" val="88956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2026-06-26T08:19:22Z</dcterms:created>
  <dcterms:modified xsi:type="dcterms:W3CDTF">2026-06-26T08:19:26Z</dcterms:modified>
</cp:coreProperties>
</file>