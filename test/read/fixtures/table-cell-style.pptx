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6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526E-C2F2-806D-0FAC-48E5B074B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B3CAB-F2B4-2A2C-0B40-6786D7DA0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7C69C-5E4D-69EA-0B9B-DAD28604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F0746-47F2-77EA-A702-F915F767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93E1B-FCE9-9B51-65F1-544C32AC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9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2D89-9B96-BD7B-A532-2C760195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F0E8-AAB3-004C-329B-966EB5B8B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F0B55-5F80-D7ED-DE89-01150D1C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68436-708C-6BC1-8D28-2BF94B32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34C53-B287-1E0A-6389-C9F32494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31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3F49-9FB8-5E09-7781-D1FC5BC9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8F11D-CBE1-ABD5-11E7-0794C3AAF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37937-75D3-F468-F8BB-E9E13FA1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FBB63-95B7-48CF-0AEA-84BD5364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EB1EC-2C95-4C6F-6C45-D0F31100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3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6FDF-74AC-3A82-FC96-B537F8A0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3EB09-11A4-0487-075C-7EC329590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4761C-C44E-DA6E-85D9-EDD764260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7B016-6E31-1808-8ABB-D892FE5E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D5BE8-5081-AB54-8173-35D24DA01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D3894-95A7-1FC1-E80C-3A80E430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29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38CAF-F505-B65D-18CB-E474D564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1E76C-FDA8-A845-5375-CB7B55530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41D52-A213-3EC6-D9B9-C89E1A689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5843E-B45E-762E-0758-7C1262A4E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3C08F-C5F4-117E-05F8-EBB058002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C258C-CE16-39BD-BDA8-4BCFC54B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1F886-29B8-0E8D-EDA1-B506C53B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8D140-AF49-72FF-8F08-29F37DA8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F5D4-CA54-564B-C0C6-F85F1F83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893DA-F9F8-47ED-61FA-3280D533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13109-8FCD-7F80-0C33-6284FE78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C5F546-94BF-3744-4C3C-DD52883F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2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F0478-601F-F19D-A8AB-BD0F66F8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802C5-48B4-F648-79AC-0FAB801F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FCE33-38FB-438A-2BF6-24DBB86E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2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5153-14AD-2D40-FD0E-C873D2D8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0580-4B10-89CA-6CE5-608C8A3F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A46E4-B8EB-D6F2-60A9-2A091539C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49406-5494-DBFE-8FA4-D752AD48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EE2B-EFA8-9A1C-482E-AF5463AC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9F9DA-4F02-4A11-9E68-B92BFCA9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9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AF3A-46B9-3C84-0D0C-ABB344BC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19995F-11DE-C078-8C7F-2D618DE4F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578F5-B0A5-0FD8-9B0A-1754BCD1E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03C42-D7DF-7259-7C4B-70838714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BF5B1-90DF-7BBF-2905-DBD65C6D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0E608-B790-ABF4-8713-98AB1CD7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4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2756-D327-0DA5-5B5F-89FF81DC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A422E-7D5B-AC4A-6EFC-BB70F2667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ACF1A-90EE-F099-EF5D-21FE6B97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E2816-7C68-B228-0BAF-34327D59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00C9-0CE1-68E8-5DF3-58A9CA84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5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0D467-974B-4391-8A3D-9EDBEC305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4E953-B208-68A8-DE2E-33E6CB10A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D58D0-7595-3385-506B-C9DC6AEE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61851-8A40-7C32-BEA6-940932D9F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EA5E-9E4D-A63B-3D34-6495A108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68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17422-8905-9316-DC7E-6994789CA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BED9B-4F6B-D0A0-E5E2-1895F487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384B-0E39-DCE9-D7C1-270308965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61331-F76E-49C6-8A28-1B7A3462709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65097-6CCF-56AC-1F95-03D8965879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1274B-3D63-956F-CDEF-926DC20E0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092A6E-A426-4971-AD1E-BF5E40EAF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5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ell-style-table">
            <a:extLst>
              <a:ext uri="{FF2B5EF4-FFF2-40B4-BE49-F238E27FC236}">
                <a16:creationId xmlns:a16="http://schemas.microsoft.com/office/drawing/2014/main" id="{B9BA9F8E-922E-48E1-D493-EA4980A96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137709"/>
              </p:ext>
            </p:extLst>
          </p:nvPr>
        </p:nvGraphicFramePr>
        <p:xfrm>
          <a:off x="762000" y="762000"/>
          <a:ext cx="10668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921048432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084304125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r>
                        <a:rPr lang="en-US"/>
                        <a:t>Vert270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/>
                        <a:t>AnchorB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33561439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r>
                        <a:rPr lang="en-US"/>
                        <a:t>Margins</a:t>
                      </a:r>
                    </a:p>
                  </a:txBody>
                  <a:tcPr marL="228600" marR="342900" marT="114300" marB="457200"/>
                </a:tc>
                <a:tc>
                  <a:txBody>
                    <a:bodyPr/>
                    <a:lstStyle/>
                    <a:p>
                      <a:r>
                        <a:rPr lang="en-US"/>
                        <a:t>Plain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328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334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2026-07-08T07:29:03Z</dcterms:created>
  <dcterms:modified xsi:type="dcterms:W3CDTF">2026-07-08T07:29:08Z</dcterms:modified>
</cp:coreProperties>
</file>