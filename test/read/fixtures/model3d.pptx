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0AD2-ECBB-0B9F-9D83-B5E3BF74E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0F399-7975-8B0B-BC65-623B111BF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8D25C-EBD2-746E-67B7-986A2B97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E8026-E358-5C29-8038-203B57F5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ECC8D-B330-F206-04D2-0AC8A7213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2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7228-661A-C984-141A-56E99B6E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6089E-1694-AE53-C4BC-011422D77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6B0A2-57BE-5252-773F-5E9F557C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F8337-9F50-0A29-4366-AF7E0EB7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91285-8697-04E2-129B-9B9E729C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5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D81B-B38B-2EA1-D016-2CC4C1C75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A877B-1CB0-8641-2725-041500435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B2488-198D-CDA5-F642-9A1D237D7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11BCF-FCB0-0D34-D81B-96186AFDB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FC8F4-303A-2F03-FC08-0E67A225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4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DEA0-D661-D05A-4612-A47C319B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932BA-0545-0E21-510D-8F66C083D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05319-1774-07BF-FA59-EBE36461F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B61A5-C45C-060D-ED0B-BA563C46C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71AB9-4CCF-5F43-3AA6-B039904C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C80F0-418C-40CA-FE60-834FBB58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8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2069-70B8-D42E-3C9F-7264DC3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849E1-39EA-B404-43B9-2100B552C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2A9CC-2C84-C0C5-EE88-244FD2A06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DB437-BFDE-0F5A-E560-3312EED0E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B8426F-EF39-E53C-75DA-872EDD1BB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1E6992-B12A-55CD-A90B-F609CFF12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DB095-E080-549E-ABD8-CBC2801B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4D8896-B081-21AD-CDA2-C3ECCBB2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94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CDAB-3BC0-7371-7ED1-D05373BE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4AEB4-DAB9-4998-D479-909114AC4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E15B3-29A9-0484-CB2D-0A011858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A9256-4436-B8C4-877E-3ED6FECE0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8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562D4F-BFDF-22D3-2F90-00A47378C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70AA81-D437-124A-6A01-225F9F5AE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151F1-6A71-1E38-C8F3-94899386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24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4105-A9D4-B71F-2245-74C4683E2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CB552-806A-05A6-757C-80496E1CC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10DFB-0142-4062-FC13-6906A56CF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A5A20-34EB-91A1-051E-D5005F4AB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4471D-6833-BED9-FB71-0061DAC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F484C-5F8F-6AAB-2281-A6097D90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4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E9DC-CE96-A886-4BC9-4A7D1519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144C4-18EF-620D-29EB-720CA61A5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485A3-5606-1A3C-2A30-713119543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408BA-9F25-2E9E-9A52-B02D9531D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64C8B-76A2-CB2C-8514-38880C3D8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C2A1A-67E3-5EC1-B802-6BB485602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1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A431C-6C75-0D6B-ACF0-1AE1A04C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649BC-5E4E-8E4B-3D62-2BFB67B35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86236-5872-0DDB-3192-6815C4261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97046-394E-E47C-62B0-85F44DD7B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C2915-900E-B614-3DBC-03C62D0F2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4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DF28F9-CC2B-C591-F1BA-578C7313F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79AF0-11CE-CE4C-DCBB-29BB667F2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41244-D2B2-8DB7-93AC-09901C8A4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45EA0-400F-7550-C6D7-680571162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40703-D86E-334E-4B8A-E9839D865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71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3E06C0-B251-AD12-057D-E9CE18D1E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7BDAD-A206-AB5F-5CB9-3A56ECB2A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99D66-AED4-53B2-5271-2A645E2387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7F31E-69B9-4981-B83B-1E66006A0F5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56D48-AD15-0E0E-6EFE-063B09FFA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F7CA8-96DB-8167-31DE-0530801F2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08329-2B35-4FF0-B41E-107E87FD9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45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Cube3D">
                <a:extLst>
                  <a:ext uri="{FF2B5EF4-FFF2-40B4-BE49-F238E27FC236}">
                    <a16:creationId xmlns:a16="http://schemas.microsoft.com/office/drawing/2014/main" id="{B58A9E47-0D20-F7C7-0A56-3698898DD86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69370585"/>
                  </p:ext>
                </p:extLst>
              </p:nvPr>
            </p:nvGraphicFramePr>
            <p:xfrm>
              <a:off x="1524000" y="1143000"/>
              <a:ext cx="3048000" cy="22860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048000" cy="2286000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33880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Cube3D">
                <a:extLst>
                  <a:ext uri="{FF2B5EF4-FFF2-40B4-BE49-F238E27FC236}">
                    <a16:creationId xmlns:a16="http://schemas.microsoft.com/office/drawing/2014/main" id="{B58A9E47-0D20-F7C7-0A56-3698898DD8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1143000"/>
                <a:ext cx="3048000" cy="228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48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2026-08-06T17:21:36Z</dcterms:created>
  <dcterms:modified xsi:type="dcterms:W3CDTF">2026-08-06T17:21:57Z</dcterms:modified>
</cp:coreProperties>
</file>