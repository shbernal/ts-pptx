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4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F5D0-3B1E-1C7C-FE8B-6177AA1CC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BFCBC-B44B-D082-D2BB-B730B3F67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801F8-0CB8-A7FA-38B4-DF14C27B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29822-72D2-66AC-5696-747417C0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364FA-64CB-8C2A-A787-693A1F91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2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B688-D03B-9B04-EAF1-7289FABF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FF570-7D6C-81D5-5118-553E229B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8E63B-C0FB-C7F7-2BB0-1A1DCEBFD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9F268-6C20-6052-2D45-8BF24195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2F18-671F-59EC-718E-CE0E3E79F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EE40-33F7-2D27-1B0F-9EDBB4C12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27B25-78C4-7119-DBC0-6DD95522D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0CD1B-4E7B-6BEF-2C89-BD164CBD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5D485-7C3A-1A16-3F76-3FC792B52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D0B3C-776D-2C04-389D-42AF131F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8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26DB-6257-806F-1A10-A14B1906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A86CD-A287-A2A6-0AAF-9B6D86505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0016D-E976-F284-993D-DA7AED283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C7059-B244-997C-0689-DABC9FC1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D7BD4-B6A1-07C1-4D92-258EDB5E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D7146-F657-2C91-F642-ED38DF17F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2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973A-E9BF-A126-0974-23360BB0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B42A5-8A0E-833A-3D7A-69D01C87F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DDBEC-9301-0D50-3D6B-12897D6E2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5AC2D5-3302-1AA5-5C1C-CB1A20DE8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CE0E8-9D00-2BC8-F405-DC87BFE7E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2F15E-D3EE-1A61-2AED-EDFBA8C8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5BAD9-8632-1F69-62DC-C9931338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40196-81AB-C6DE-111F-568195E4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8F78-9033-BA48-6E06-3D030D1E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77B58D-E28A-9534-F6E8-DFC8FFEF5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A424B-D5AF-7CA5-31F0-F3BAF7CB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6DFF8-B584-A668-84DA-16A1BCAD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9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20BA1-8AC8-C9D9-27C7-5CB0AD10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4F90E-0AD8-15C9-075D-A7C99A5C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A5937-FE67-1385-E7F4-E8748CB3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4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569CF-8024-A19E-E139-98CFFC49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16F14-F533-7F41-8B39-8E67F20D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0EACE-AAFC-C122-E1C7-21C884DDA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397A6-ABC2-F535-F3A5-CF7435E2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A17AA-6122-B164-268A-1480DC44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1CDC9-2F29-76EA-8433-01AB8819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8104-01AF-D12E-E1DC-93858BE6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65D08-516C-4B38-CE34-1ED9C1678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969FD-A398-D740-F69A-41EC24439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01227-DF1A-E0F0-12CF-64269C20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28FA6-8810-CA4F-F977-21841380A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10C1D-9C2F-D45B-655A-DB3783EE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6452-7B98-E5EC-E80E-51AAD5DE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62A65-F392-CDB5-AB26-FE3A4F91C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0DB25-F9F9-3D26-0EB1-462E043AC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4C86A-E718-403C-444D-E0094654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CEE94-88B7-9509-ED7C-8C147F1E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1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605B0-31A0-CBBB-13CE-B72DEBCDD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9B0B6-E8BD-14D0-EA0F-C5D02FA01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A37A-EF8A-97E4-2780-BAD62727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EB32B-E9E6-2B3F-54A5-A75A808B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4344-0763-7FB8-1E45-8E7E9CE9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1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06D07-ECD4-43AB-AAC9-BA204BCB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84150-D767-6653-6700-1B5401EEF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71445-BE7E-C4AB-818C-F8F7BD39A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50934-E54C-43A2-BB87-E364B2552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0597-F760-44DE-995E-711C0CFFA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EE56B-DFEA-76EA-6C49-82CB412C3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DFB55-2C77-4578-8221-46A51D410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4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line-equation-box">
                <a:extLst>
                  <a:ext uri="{FF2B5EF4-FFF2-40B4-BE49-F238E27FC236}">
                    <a16:creationId xmlns:a16="http://schemas.microsoft.com/office/drawing/2014/main" id="{48E9C449-E35D-44A1-C2FF-25A8B739EEFD}"/>
                  </a:ext>
                </a:extLst>
              </p:cNvPr>
              <p:cNvSpPr txBox="1"/>
              <p:nvPr/>
            </p:nvSpPr>
            <p:spPr>
              <a:xfrm>
                <a:off x="1524000" y="2540000"/>
                <a:ext cx="8890000" cy="392543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kern="10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kern="10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holds</a:t>
                </a:r>
              </a:p>
            </p:txBody>
          </p:sp>
        </mc:Choice>
        <mc:Fallback>
          <p:sp>
            <p:nvSpPr>
              <p:cNvPr id="2" name="inline-equation-box">
                <a:extLst>
                  <a:ext uri="{FF2B5EF4-FFF2-40B4-BE49-F238E27FC236}">
                    <a16:creationId xmlns:a16="http://schemas.microsoft.com/office/drawing/2014/main" id="{48E9C449-E35D-44A1-C2FF-25A8B739E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40000"/>
                <a:ext cx="8890000" cy="392543"/>
              </a:xfrm>
              <a:prstGeom prst="rect">
                <a:avLst/>
              </a:prstGeom>
              <a:blipFill>
                <a:blip r:embed="rId2"/>
                <a:stretch>
                  <a:fillRect l="-549" t="-1563" b="-26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92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2026-07-07T16:41:46Z</dcterms:created>
  <dcterms:modified xsi:type="dcterms:W3CDTF">2026-07-07T16:41:47Z</dcterms:modified>
</cp:coreProperties>
</file>