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0CE6F-4C6A-FD70-904B-3A0D4DB336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95B7D1-6A89-32FB-3705-E9B751DE8E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B9014-9C83-D681-2273-9B0E0145B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6DCA-9E9F-4511-9E84-B57F7904725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866234-D830-4593-F0DA-F136F1682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DE445D-7B09-D6D4-0EEB-FE3817742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8D6F-D6E4-444E-9718-59BBE7346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07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49F69-935E-9F5C-8338-4AB6E15C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0FE97-FAA3-DA8F-C63D-8D2B4C62F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5E3C9A-5CD1-8E27-F1E4-6348E925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6DCA-9E9F-4511-9E84-B57F7904725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C05FA-0ECD-8F60-D659-15B2DE655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4429AE-F26A-1F31-8187-12154374D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8D6F-D6E4-444E-9718-59BBE7346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7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6A3D-0CBC-C4F0-85E6-42A2239A9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95CE09-2FBA-1A9E-EB3E-66E9AE37D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EEF8B-717F-F24B-3E00-E939F3AD2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6DCA-9E9F-4511-9E84-B57F7904725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3251B-FA15-45AD-2201-4720AA4E2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BC20DA-296C-9EF8-8C00-5B4B11B28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8D6F-D6E4-444E-9718-59BBE7346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972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E4D29-6958-DEC4-2E4F-FFF6EC039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3196B-2E56-01DC-B6E1-6D63EC31FA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485AEA-0C5E-89D7-24DF-ED795DFCF0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038A8-084A-5E53-7930-2783BF3DC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6DCA-9E9F-4511-9E84-B57F7904725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619642-FAE9-8CD4-0BEE-A99A427B8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275E9-D93B-C26F-37E4-CE8F40597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8D6F-D6E4-444E-9718-59BBE7346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89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2ED70-DB1C-CAF4-2E36-DB5A2A30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0A2CC-3822-799F-911D-CD2EDF0023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CE9DBF-B2FE-5710-CDE8-E6222BB0B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9F0A24-201C-7547-334F-07144DEF80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E58F38-69D7-E140-0788-BBE4507F82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7CB710-B66E-79BB-CA6A-C6E01426F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6DCA-9E9F-4511-9E84-B57F7904725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C6DF3D-71C6-6C3A-FA3C-FF6BE7C06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3DB527-520B-3152-7FD4-24A34AB6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8D6F-D6E4-444E-9718-59BBE7346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892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4DABB-FA98-E850-8D24-B2E409F27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5F2D73-B442-D598-080C-4DD49D2D1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6DCA-9E9F-4511-9E84-B57F7904725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0DA4BC-0C4F-7AB2-CB28-496A1787D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BDD54A-ED30-2D83-07CA-759FCDC4D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8D6F-D6E4-444E-9718-59BBE7346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332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C7B8DD-C249-9141-F409-E0DA8889D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6DCA-9E9F-4511-9E84-B57F7904725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1AF387-B5D1-A5E9-5AC5-85B35A14F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D0790-4B2D-36AF-A71C-AD729A4CB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8D6F-D6E4-444E-9718-59BBE7346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15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D958-0484-3295-5EDE-774618429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7C44A-2951-BF9A-0E94-78BC75E1B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4139F9-7428-DE41-8414-427073FAC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77EC0-AC44-7D77-86EC-C22CE0D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6DCA-9E9F-4511-9E84-B57F7904725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D8A2FF-DCC4-A40F-665C-9AD6C9530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973C40-546B-F0D9-A557-67A0657D7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8D6F-D6E4-444E-9718-59BBE7346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067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94122-A703-8A56-0873-CE52C635B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22925D-4184-8992-ED82-28F50E8665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7A88F7-610C-7B50-2DAB-8B5ED4723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390603-1EDA-F1B5-9BF4-92EC42845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6DCA-9E9F-4511-9E84-B57F7904725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0B200A-A5E1-00E5-3F9D-C7089F306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0B0DCC-9995-ACFF-FC72-91236B9D4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8D6F-D6E4-444E-9718-59BBE7346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706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6840-850E-4313-6EDE-3FB5B145F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79693-1413-0739-1744-841BA8516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89E88-315C-223E-7691-57C80F2E5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6DCA-9E9F-4511-9E84-B57F7904725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9D065-BA84-75EE-CB82-6E4CD96CE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AF60D6-94B6-7CF9-95B6-62101B929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8D6F-D6E4-444E-9718-59BBE7346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5654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7468BD-9105-C752-0D28-C746725994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BE3312-7DC0-29FA-5A9C-52A7765B1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CD404-54B4-BE0D-B2A4-435832988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6DCA-9E9F-4511-9E84-B57F7904725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0DA253-207E-4BDF-0EE3-8B83BA437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42402-93AE-4A0C-F4B1-43667AD9D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F8D6F-D6E4-444E-9718-59BBE7346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200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48F0A7-0D24-8002-D537-EC924435C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9EB3BF-CA54-2504-DA83-433151FDBC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2DE2F-8EAB-3CE7-1AD7-101D0B7415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C56DCA-9E9F-4511-9E84-B57F7904725F}" type="datetimeFigureOut">
              <a:rPr lang="en-US" smtClean="0"/>
              <a:t>9/4/2026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464A6-A74B-515B-1EDD-C5689924F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D3A7D-3B52-2B58-EB71-AD8440DC0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CF8D6F-D6E4-444E-9718-59BBE73462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0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ShadowOnly">
            <a:extLst>
              <a:ext uri="{FF2B5EF4-FFF2-40B4-BE49-F238E27FC236}">
                <a16:creationId xmlns:a16="http://schemas.microsoft.com/office/drawing/2014/main" id="{982798CB-6154-6396-7F92-C2EC74FC36A7}"/>
              </a:ext>
            </a:extLst>
          </p:cNvPr>
          <p:cNvSpPr txBox="1"/>
          <p:nvPr/>
        </p:nvSpPr>
        <p:spPr>
          <a:xfrm>
            <a:off x="508000" y="508000"/>
            <a:ext cx="3810000" cy="369332"/>
          </a:xfrm>
          <a:prstGeom prst="rect">
            <a:avLst/>
          </a:prstGeom>
          <a:noFill/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txBody>
          <a:bodyPr vert="horz" rtlCol="0">
            <a:spAutoFit/>
          </a:bodyPr>
          <a:lstStyle/>
          <a:p>
            <a:r>
              <a:rPr lang="en-US"/>
              <a:t>shape shadow</a:t>
            </a:r>
          </a:p>
        </p:txBody>
      </p:sp>
      <p:sp>
        <p:nvSpPr>
          <p:cNvPr id="3" name="TextShadowOnly">
            <a:extLst>
              <a:ext uri="{FF2B5EF4-FFF2-40B4-BE49-F238E27FC236}">
                <a16:creationId xmlns:a16="http://schemas.microsoft.com/office/drawing/2014/main" id="{CFABD5B2-5271-9ECF-A548-5EA71214DB58}"/>
              </a:ext>
            </a:extLst>
          </p:cNvPr>
          <p:cNvSpPr txBox="1"/>
          <p:nvPr/>
        </p:nvSpPr>
        <p:spPr>
          <a:xfrm>
            <a:off x="508000" y="1778000"/>
            <a:ext cx="3810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effectLst>
                  <a:prstShdw prst="shdw1" dist="107763" dir="13500000">
                    <a:scrgbClr r="0" g="0" b="0">
                      <a:alpha val="50000"/>
                    </a:scrgbClr>
                  </a:prstShdw>
                </a:effectLst>
              </a:rPr>
              <a:t>text shadow</a:t>
            </a:r>
          </a:p>
        </p:txBody>
      </p:sp>
      <p:sp>
        <p:nvSpPr>
          <p:cNvPr id="4" name="BothShadows">
            <a:extLst>
              <a:ext uri="{FF2B5EF4-FFF2-40B4-BE49-F238E27FC236}">
                <a16:creationId xmlns:a16="http://schemas.microsoft.com/office/drawing/2014/main" id="{EE0F41AA-1605-3B1B-B06E-CC8C3D371CBE}"/>
              </a:ext>
            </a:extLst>
          </p:cNvPr>
          <p:cNvSpPr txBox="1"/>
          <p:nvPr/>
        </p:nvSpPr>
        <p:spPr>
          <a:xfrm>
            <a:off x="508000" y="3048000"/>
            <a:ext cx="3810000" cy="369332"/>
          </a:xfrm>
          <a:prstGeom prst="rect">
            <a:avLst/>
          </a:prstGeom>
          <a:noFill/>
          <a:effectLst>
            <a:prstShdw prst="shdw1" dist="107763" dir="13500000">
              <a:scrgbClr r="0" g="0" b="0">
                <a:alpha val="50000"/>
              </a:scrgbClr>
            </a:prstShdw>
          </a:effectLst>
        </p:spPr>
        <p:txBody>
          <a:bodyPr vert="horz" rtlCol="0">
            <a:spAutoFit/>
          </a:bodyPr>
          <a:lstStyle/>
          <a:p>
            <a:r>
              <a:rPr lang="en-US">
                <a:effectLst>
                  <a:prstShdw prst="shdw1" dist="107763" dir="13500000">
                    <a:scrgbClr r="0" g="0" b="0">
                      <a:alpha val="50000"/>
                    </a:scrgbClr>
                  </a:prstShdw>
                </a:effectLst>
              </a:rPr>
              <a:t>both shadows</a:t>
            </a:r>
          </a:p>
        </p:txBody>
      </p:sp>
    </p:spTree>
    <p:extLst>
      <p:ext uri="{BB962C8B-B14F-4D97-AF65-F5344CB8AC3E}">
        <p14:creationId xmlns:p14="http://schemas.microsoft.com/office/powerpoint/2010/main" val="34293887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2026-09-04T09:31:10Z</dcterms:created>
  <dcterms:modified xsi:type="dcterms:W3CDTF">2026-09-04T09:31:10Z</dcterms:modified>
</cp:coreProperties>
</file>