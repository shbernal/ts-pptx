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6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B1BDD-D563-4F2A-6EF2-BA4568209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1EDAE-25EA-D307-C7FD-B79ECE391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B7CC0-D8CD-9B28-632A-C9F97C54E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FA00-2C01-4518-8F08-E7FD8FDA77D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4C017-F799-A6F5-E86C-CBD9997EF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CC1C2-9B81-D4C2-C93B-F17202FF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B5C4-E341-4C08-AD9A-93ED4FED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09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0FA79-1E65-B13B-9F16-9AB8006A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44336-760C-E85F-7A30-C79EED2A1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7C55F-328E-3F0A-9887-5B66DD81B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FA00-2C01-4518-8F08-E7FD8FDA77D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98F47-8F73-5CE0-2234-4BAAD4B3E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14151-0D89-7B42-2C6C-80EB83E7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B5C4-E341-4C08-AD9A-93ED4FED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31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A501D-2B36-5A68-A0B3-43ECCEA34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F9F0B-7DD3-8A06-AC1F-F897774BF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CFD89-A4AE-C569-ADE3-587B56C3B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FA00-2C01-4518-8F08-E7FD8FDA77D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60342-F935-29E9-0D63-AE62B06FF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144C8-05DC-E596-3453-582054D5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B5C4-E341-4C08-AD9A-93ED4FED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90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7DAC6-63D2-6B99-FF04-719C95FF9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17E13-BBC9-5D7F-3D63-69B98351D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B56B7-9DC1-82D7-41D6-780265D4F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28ACA-1FB4-CDF9-5E8C-CFD519078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FA00-2C01-4518-8F08-E7FD8FDA77D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969CF-B268-9BB6-7554-CA21BF0F0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2FD20-9566-69CB-9C36-D32DEFAF2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B5C4-E341-4C08-AD9A-93ED4FED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95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A3768-F7AD-4D4D-7188-958A721BD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9B6AE-485A-62E3-170C-6FCFD611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94129-1C69-8B3A-62AF-E9DCDB8A6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69BD9B-8CD6-D8A8-FF58-9EFDD5513B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9D1D07-6F6A-E041-BE92-A6D010DFF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A26C86-E97D-66DD-170E-52296C3E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FA00-2C01-4518-8F08-E7FD8FDA77D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4BF972-A125-4ACD-4669-E450DB9E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FEA41-ED6C-130F-F6BE-8A9798F5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B5C4-E341-4C08-AD9A-93ED4FED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605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DA777-33E2-405D-0AB8-91B809B16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82C7DB-9D73-9B13-F2AD-F7C99D85A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FA00-2C01-4518-8F08-E7FD8FDA77D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5946AE-FA90-40CB-96CB-393D6A1E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8DFF33-CD4D-6CA1-A2C4-F5F953E05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B5C4-E341-4C08-AD9A-93ED4FED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50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48E469-62FE-9FB0-ECAF-D76B37DB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FA00-2C01-4518-8F08-E7FD8FDA77D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B50CC8-D33D-D4F0-C6FB-DD3D70DA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9D60A-6D08-E80E-C874-3ACAEF9C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B5C4-E341-4C08-AD9A-93ED4FED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85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CBE8E-AB88-8175-A124-5F1001D41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62F6B-74E4-3230-174D-B20BC749D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65990-62D7-DEFA-A80D-9D5D69C36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B5AD2-2D26-4D89-B215-2BA4261FE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FA00-2C01-4518-8F08-E7FD8FDA77D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096C2-BC8D-5ECD-6BFD-D7702C9ED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6E715-14DF-9520-ABBE-6C53A69A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B5C4-E341-4C08-AD9A-93ED4FED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1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04561-A95D-7509-38CE-0050DE1F8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77FED6-002F-9BF8-BCA9-CFD29237E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129E9-281F-B701-E27B-3BC64A5C3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CDA70-FE41-E8D8-A37C-551B04727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FA00-2C01-4518-8F08-E7FD8FDA77D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B5355-1C70-E47E-37AA-1346F0261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E4B68-2D93-D92F-EA46-87F205094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B5C4-E341-4C08-AD9A-93ED4FED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5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4F6F2-0CE2-F037-9552-9D355808A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D1BE5A-77B4-1823-017C-7BEB2535C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2DBE0-E6C2-C34B-1D9C-C5FB098F2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FA00-2C01-4518-8F08-E7FD8FDA77D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1BDB2-82BC-2575-1D3E-B1D82D211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E1B3C-0543-3253-8BCE-B1B0EE7C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B5C4-E341-4C08-AD9A-93ED4FED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4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FA5710-438E-C8A2-EB0A-D6D1252856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181435-4F57-EE88-B815-0E4777734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A0055-5886-9E2A-F639-3A692BFA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FA00-2C01-4518-8F08-E7FD8FDA77D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7EF8E-FEAF-1915-571E-472E6029E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E3E18-4F15-EBEF-25EA-72410B113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B5C4-E341-4C08-AD9A-93ED4FED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43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FE9DE4-B0C5-08AB-9CB9-48CE9A8BA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183C4-4A55-EC83-C0E6-4C7DF4B84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3410A-4F71-2CD2-B5B9-1740B31807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DDFA00-2C01-4518-8F08-E7FD8FDA77D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CC311-CE9D-BC55-EBFE-35D954D81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63F6A-F88A-43C2-505F-854AA5538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0B5C4-E341-4C08-AD9A-93ED4FED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52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de-target">
            <a:extLst>
              <a:ext uri="{FF2B5EF4-FFF2-40B4-BE49-F238E27FC236}">
                <a16:creationId xmlns:a16="http://schemas.microsoft.com/office/drawing/2014/main" id="{57772C12-FB9E-6677-EA8C-0C6CE26D9061}"/>
              </a:ext>
            </a:extLst>
          </p:cNvPr>
          <p:cNvSpPr txBox="1"/>
          <p:nvPr/>
        </p:nvSpPr>
        <p:spPr>
          <a:xfrm>
            <a:off x="1524000" y="254000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Fade in on click</a:t>
            </a:r>
          </a:p>
        </p:txBody>
      </p:sp>
    </p:spTree>
    <p:extLst>
      <p:ext uri="{BB962C8B-B14F-4D97-AF65-F5344CB8AC3E}">
        <p14:creationId xmlns:p14="http://schemas.microsoft.com/office/powerpoint/2010/main" val="189257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2026-06-26T08:15:49Z</dcterms:created>
  <dcterms:modified xsi:type="dcterms:W3CDTF">2026-06-26T08:15:54Z</dcterms:modified>
</cp:coreProperties>
</file>