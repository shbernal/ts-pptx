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CA2F-4DBE-752F-D4DB-8D4666992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F91D0-DCD0-697C-7439-9F71BAFD6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11C74-7F6A-5700-BA90-09D77363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F788-BBA0-0769-46D0-DB010B7D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C3473-9A77-0117-C205-B69D65C5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1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B78E-B8CD-D507-4812-41E01617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FC62-4208-0C46-5811-338959FA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DBA6-DDF7-EF2D-3F74-C5631137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9B673-D369-F94C-6070-BF791986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031F6-C021-E98D-37AC-29B64865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4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61CC-8661-CA0A-6662-7D224464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129BD-37BD-5757-057D-D05EAA49E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33A1-6953-37B1-0619-5D0A1C21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3EA5F-0979-9C0F-3E3E-A31A9EA2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56090-D8C1-70AD-19C6-0E4D581E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7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21D7-9180-0278-2D23-9DC65038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6513-26C3-19B6-3D63-A3E392857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31B15-5D67-0F46-0559-BDB7D5133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D688-E260-C9BB-6754-1E253895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27665-F49C-D609-7EC2-6069002B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3F65-5BA0-E60F-D3C6-DB616C52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4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BD24-4EBE-6381-41F0-D2F64B98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72DD-5736-FFDF-5DB8-1EB981EE7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72B79-7BB7-A25D-E180-096030B93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99B71-9D73-D722-8E1E-C82FA821C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28FD60-71B3-2766-DA71-6372ADD3E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56D8C-DE43-B7DC-C7A1-7E7E2713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D19A1-ED2B-86C2-F7B1-9A402A4A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D8F6A-C633-FFED-85AA-C32C6F0C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6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3BE1-8CAE-039B-7153-BEFA9BC0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B89E2-9B30-B38A-31A2-000D0A6F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1C711-9313-B022-DA12-5BC13CBB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A8571-9A20-379F-2340-24A070EA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846A7-CAF9-5B7B-EACC-232F9FF4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F9513-8FA2-1AEA-69AF-DD7D6C19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6D252-A02A-CF4B-99CF-71C03148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39F6-DF77-BF45-F586-04E34AB3C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7E5C-BE79-53E3-5E05-DBACC2D5C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28335-A80E-6EFE-B4A7-A2C9BDD9A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88DF8-61B4-085C-9B43-0B5585EE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D39DA-BF32-67AB-C114-1BF9F84D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18C7F-493B-B5D5-9B68-074E098A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8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C680-7518-46FE-7587-B78ED8E3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7CA90-DCAB-D329-B4BA-C54502BB0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47369-787F-31F0-FFE9-9D1C98DEF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95F45-DDCE-1690-16B5-1B620932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33AFE-084E-A7D1-3C50-EEB13BB2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4997B-B2BE-F9F9-F508-F0C879B3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5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A77D-C591-B52F-F971-9C19BFD3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DC158-45FF-17C8-6DDC-5F4797BA6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722D-5BB6-B6B8-A9A1-3CBC4F9A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E9615-E5F5-9FDD-46E9-D586A02E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360FB-780C-E1AF-8F67-890602C5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0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93F5C-C4E3-3315-004D-841B4AC73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D9B34-846B-2064-3794-D5A8650E6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BBF24-4D65-F800-06B0-5DFFF0CA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23112-CD70-B909-747F-B67DEC24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57E4-CC3A-97D6-2BFD-F604D9EF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9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8E678-763A-E38E-1AD5-AC2EBF41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8F535-A94E-CE23-9D38-1FCB5766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18B04-00C1-70C0-4D51-7196FF0E2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A41D6-6758-4727-A77D-DFB98979BE4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36FB0-3298-1258-AB9C-961378443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7BAC1-20E2-2086-0282-36F828A1F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A614C-F4A2-4106-A8EA-812D654F3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__sz12__lines1">
            <a:extLst>
              <a:ext uri="{FF2B5EF4-FFF2-40B4-BE49-F238E27FC236}">
                <a16:creationId xmlns:a16="http://schemas.microsoft.com/office/drawing/2014/main" id="{CC71FAC8-CACE-5EF9-C1B3-D633B400041A}"/>
              </a:ext>
            </a:extLst>
          </p:cNvPr>
          <p:cNvSpPr txBox="1"/>
          <p:nvPr/>
        </p:nvSpPr>
        <p:spPr>
          <a:xfrm>
            <a:off x="380999" y="381000"/>
            <a:ext cx="1329275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3" name="linemetrics__aptos__sz12__lines2">
            <a:extLst>
              <a:ext uri="{FF2B5EF4-FFF2-40B4-BE49-F238E27FC236}">
                <a16:creationId xmlns:a16="http://schemas.microsoft.com/office/drawing/2014/main" id="{CFB145A1-CFF3-F015-E872-5F7D16E15B3A}"/>
              </a:ext>
            </a:extLst>
          </p:cNvPr>
          <p:cNvSpPr txBox="1"/>
          <p:nvPr/>
        </p:nvSpPr>
        <p:spPr>
          <a:xfrm>
            <a:off x="380999" y="2286000"/>
            <a:ext cx="1329275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Hamburgefontsiv</a:t>
            </a:r>
            <a:br>
              <a:rPr lang="en-US" sz="1200">
                <a:latin typeface="Aptos" panose="020B0004020202020204" pitchFamily="34" charset="0"/>
              </a:rPr>
            </a:br>
            <a:r>
              <a:rPr lang="en-US" sz="1200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4" name="linemetrics__aptos__sz12__lines3">
            <a:extLst>
              <a:ext uri="{FF2B5EF4-FFF2-40B4-BE49-F238E27FC236}">
                <a16:creationId xmlns:a16="http://schemas.microsoft.com/office/drawing/2014/main" id="{F46B452E-375F-6538-92F8-21BDE0DFC1F6}"/>
              </a:ext>
            </a:extLst>
          </p:cNvPr>
          <p:cNvSpPr txBox="1"/>
          <p:nvPr/>
        </p:nvSpPr>
        <p:spPr>
          <a:xfrm>
            <a:off x="380999" y="4318000"/>
            <a:ext cx="1329275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Hamburgefontsiv</a:t>
            </a:r>
            <a:br>
              <a:rPr lang="en-US" sz="1200">
                <a:latin typeface="Aptos" panose="020B0004020202020204" pitchFamily="34" charset="0"/>
              </a:rPr>
            </a:br>
            <a:r>
              <a:rPr lang="en-US" sz="1200">
                <a:latin typeface="Aptos" panose="020B0004020202020204" pitchFamily="34" charset="0"/>
              </a:rPr>
              <a:t>Hamburgefontsiv</a:t>
            </a:r>
            <a:br>
              <a:rPr lang="en-US" sz="1200">
                <a:latin typeface="Aptos" panose="020B0004020202020204" pitchFamily="34" charset="0"/>
              </a:rPr>
            </a:br>
            <a:r>
              <a:rPr lang="en-US" sz="1200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3164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__sz12__lc">
            <a:extLst>
              <a:ext uri="{FF2B5EF4-FFF2-40B4-BE49-F238E27FC236}">
                <a16:creationId xmlns:a16="http://schemas.microsoft.com/office/drawing/2014/main" id="{ABC27C6A-02B0-F3F5-DF97-43F36CBFEDE2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__sz12__uc">
            <a:extLst>
              <a:ext uri="{FF2B5EF4-FFF2-40B4-BE49-F238E27FC236}">
                <a16:creationId xmlns:a16="http://schemas.microsoft.com/office/drawing/2014/main" id="{2062B44F-8BFF-50E4-9309-D5A2703E88D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__sz12__dg">
            <a:extLst>
              <a:ext uri="{FF2B5EF4-FFF2-40B4-BE49-F238E27FC236}">
                <a16:creationId xmlns:a16="http://schemas.microsoft.com/office/drawing/2014/main" id="{37ABAD26-36A3-CDF5-9EB7-95B3514C4FEB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231303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__sz18__lines1">
            <a:extLst>
              <a:ext uri="{FF2B5EF4-FFF2-40B4-BE49-F238E27FC236}">
                <a16:creationId xmlns:a16="http://schemas.microsoft.com/office/drawing/2014/main" id="{6E46322A-50DF-532C-C866-3FEF5336552A}"/>
              </a:ext>
            </a:extLst>
          </p:cNvPr>
          <p:cNvSpPr txBox="1"/>
          <p:nvPr/>
        </p:nvSpPr>
        <p:spPr>
          <a:xfrm>
            <a:off x="380999" y="381000"/>
            <a:ext cx="1896738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3" name="linemetrics__aptos__sz18__lines2">
            <a:extLst>
              <a:ext uri="{FF2B5EF4-FFF2-40B4-BE49-F238E27FC236}">
                <a16:creationId xmlns:a16="http://schemas.microsoft.com/office/drawing/2014/main" id="{E5D2CAF0-D7A8-81B0-A61E-9BE375E5CD68}"/>
              </a:ext>
            </a:extLst>
          </p:cNvPr>
          <p:cNvSpPr txBox="1"/>
          <p:nvPr/>
        </p:nvSpPr>
        <p:spPr>
          <a:xfrm>
            <a:off x="380999" y="2286000"/>
            <a:ext cx="189673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4" name="linemetrics__aptos__sz18__lines3">
            <a:extLst>
              <a:ext uri="{FF2B5EF4-FFF2-40B4-BE49-F238E27FC236}">
                <a16:creationId xmlns:a16="http://schemas.microsoft.com/office/drawing/2014/main" id="{87773C43-A1CE-BC4F-1FB0-58FB6622EDD6}"/>
              </a:ext>
            </a:extLst>
          </p:cNvPr>
          <p:cNvSpPr txBox="1"/>
          <p:nvPr/>
        </p:nvSpPr>
        <p:spPr>
          <a:xfrm>
            <a:off x="380999" y="4318000"/>
            <a:ext cx="1896738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  <a:br>
              <a:rPr lang="en-US">
                <a:latin typeface="Aptos" panose="020B0004020202020204" pitchFamily="34" charset="0"/>
              </a:rPr>
            </a:br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406349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__sz18__lc">
            <a:extLst>
              <a:ext uri="{FF2B5EF4-FFF2-40B4-BE49-F238E27FC236}">
                <a16:creationId xmlns:a16="http://schemas.microsoft.com/office/drawing/2014/main" id="{8C43F9DF-6C80-DF88-4787-FC4DD793B3C2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__sz18__uc">
            <a:extLst>
              <a:ext uri="{FF2B5EF4-FFF2-40B4-BE49-F238E27FC236}">
                <a16:creationId xmlns:a16="http://schemas.microsoft.com/office/drawing/2014/main" id="{20F8B8D6-FB6A-D010-05BB-F566A44B51F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__sz18__dg">
            <a:extLst>
              <a:ext uri="{FF2B5EF4-FFF2-40B4-BE49-F238E27FC236}">
                <a16:creationId xmlns:a16="http://schemas.microsoft.com/office/drawing/2014/main" id="{CBC32C90-8468-C944-5055-4839ECAC598E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380992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__sz32__lines1">
            <a:extLst>
              <a:ext uri="{FF2B5EF4-FFF2-40B4-BE49-F238E27FC236}">
                <a16:creationId xmlns:a16="http://schemas.microsoft.com/office/drawing/2014/main" id="{C26400AC-D551-140F-EE1B-B82E52182DBA}"/>
              </a:ext>
            </a:extLst>
          </p:cNvPr>
          <p:cNvSpPr txBox="1"/>
          <p:nvPr/>
        </p:nvSpPr>
        <p:spPr>
          <a:xfrm>
            <a:off x="380999" y="381000"/>
            <a:ext cx="3229346" cy="58477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3" name="linemetrics__aptos__sz32__lines2">
            <a:extLst>
              <a:ext uri="{FF2B5EF4-FFF2-40B4-BE49-F238E27FC236}">
                <a16:creationId xmlns:a16="http://schemas.microsoft.com/office/drawing/2014/main" id="{DC4FEA13-B4E9-A5AA-B0D6-1F0DA217BB26}"/>
              </a:ext>
            </a:extLst>
          </p:cNvPr>
          <p:cNvSpPr txBox="1"/>
          <p:nvPr/>
        </p:nvSpPr>
        <p:spPr>
          <a:xfrm>
            <a:off x="380999" y="2286000"/>
            <a:ext cx="3229346" cy="107721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Hamburgefontsiv</a:t>
            </a:r>
            <a:br>
              <a:rPr lang="en-US" sz="3200">
                <a:latin typeface="Aptos" panose="020B0004020202020204" pitchFamily="34" charset="0"/>
              </a:rPr>
            </a:br>
            <a:r>
              <a:rPr lang="en-US" sz="3200">
                <a:latin typeface="Aptos" panose="020B0004020202020204" pitchFamily="34" charset="0"/>
              </a:rPr>
              <a:t>Hamburgefontsiv</a:t>
            </a:r>
          </a:p>
        </p:txBody>
      </p:sp>
      <p:sp>
        <p:nvSpPr>
          <p:cNvPr id="4" name="linemetrics__aptos__sz32__lines3">
            <a:extLst>
              <a:ext uri="{FF2B5EF4-FFF2-40B4-BE49-F238E27FC236}">
                <a16:creationId xmlns:a16="http://schemas.microsoft.com/office/drawing/2014/main" id="{FA7474E3-C73D-D7F3-7AC3-F51070D74ED7}"/>
              </a:ext>
            </a:extLst>
          </p:cNvPr>
          <p:cNvSpPr txBox="1"/>
          <p:nvPr/>
        </p:nvSpPr>
        <p:spPr>
          <a:xfrm>
            <a:off x="380999" y="4318000"/>
            <a:ext cx="3229346" cy="15696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Hamburgefontsiv</a:t>
            </a:r>
            <a:br>
              <a:rPr lang="en-US" sz="3200">
                <a:latin typeface="Aptos" panose="020B0004020202020204" pitchFamily="34" charset="0"/>
              </a:rPr>
            </a:br>
            <a:r>
              <a:rPr lang="en-US" sz="3200">
                <a:latin typeface="Aptos" panose="020B0004020202020204" pitchFamily="34" charset="0"/>
              </a:rPr>
              <a:t>Hamburgefontsiv</a:t>
            </a:r>
            <a:br>
              <a:rPr lang="en-US" sz="3200">
                <a:latin typeface="Aptos" panose="020B0004020202020204" pitchFamily="34" charset="0"/>
              </a:rPr>
            </a:br>
            <a:r>
              <a:rPr lang="en-US" sz="3200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15566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__sz32__lc">
            <a:extLst>
              <a:ext uri="{FF2B5EF4-FFF2-40B4-BE49-F238E27FC236}">
                <a16:creationId xmlns:a16="http://schemas.microsoft.com/office/drawing/2014/main" id="{AE3EFF14-52EF-EF64-66DE-0D1EBFBAC979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__sz32__uc">
            <a:extLst>
              <a:ext uri="{FF2B5EF4-FFF2-40B4-BE49-F238E27FC236}">
                <a16:creationId xmlns:a16="http://schemas.microsoft.com/office/drawing/2014/main" id="{3FC1607B-7181-500A-9450-4253874F86B0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__sz32__dg">
            <a:extLst>
              <a:ext uri="{FF2B5EF4-FFF2-40B4-BE49-F238E27FC236}">
                <a16:creationId xmlns:a16="http://schemas.microsoft.com/office/drawing/2014/main" id="{78AF99A2-F898-0616-9660-D62EA5146AFF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90154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semibold__sz12__lines1">
            <a:extLst>
              <a:ext uri="{FF2B5EF4-FFF2-40B4-BE49-F238E27FC236}">
                <a16:creationId xmlns:a16="http://schemas.microsoft.com/office/drawing/2014/main" id="{537E00BD-1DE1-372B-05FF-8C213C8934E5}"/>
              </a:ext>
            </a:extLst>
          </p:cNvPr>
          <p:cNvSpPr txBox="1"/>
          <p:nvPr/>
        </p:nvSpPr>
        <p:spPr>
          <a:xfrm>
            <a:off x="380999" y="381000"/>
            <a:ext cx="1361911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3" name="linemetrics__aptossemibold__sz12__lines2">
            <a:extLst>
              <a:ext uri="{FF2B5EF4-FFF2-40B4-BE49-F238E27FC236}">
                <a16:creationId xmlns:a16="http://schemas.microsoft.com/office/drawing/2014/main" id="{56A998C8-A1FC-B92C-680C-654BC1A11AFA}"/>
              </a:ext>
            </a:extLst>
          </p:cNvPr>
          <p:cNvSpPr txBox="1"/>
          <p:nvPr/>
        </p:nvSpPr>
        <p:spPr>
          <a:xfrm>
            <a:off x="380999" y="2286000"/>
            <a:ext cx="1361911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Hamburgefontsiv</a:t>
            </a:r>
            <a:br>
              <a:rPr lang="en-US" sz="1200">
                <a:latin typeface="Aptos SemiBold" panose="020B0004020202020204" pitchFamily="34" charset="0"/>
              </a:rPr>
            </a:br>
            <a:r>
              <a:rPr lang="en-US" sz="1200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4" name="linemetrics__aptossemibold__sz12__lines3">
            <a:extLst>
              <a:ext uri="{FF2B5EF4-FFF2-40B4-BE49-F238E27FC236}">
                <a16:creationId xmlns:a16="http://schemas.microsoft.com/office/drawing/2014/main" id="{9FEE5711-0505-285E-E8CB-B7E2405BF1CE}"/>
              </a:ext>
            </a:extLst>
          </p:cNvPr>
          <p:cNvSpPr txBox="1"/>
          <p:nvPr/>
        </p:nvSpPr>
        <p:spPr>
          <a:xfrm>
            <a:off x="380999" y="4318000"/>
            <a:ext cx="1361911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Hamburgefontsiv</a:t>
            </a:r>
            <a:br>
              <a:rPr lang="en-US" sz="1200">
                <a:latin typeface="Aptos SemiBold" panose="020B0004020202020204" pitchFamily="34" charset="0"/>
              </a:rPr>
            </a:br>
            <a:r>
              <a:rPr lang="en-US" sz="1200">
                <a:latin typeface="Aptos SemiBold" panose="020B0004020202020204" pitchFamily="34" charset="0"/>
              </a:rPr>
              <a:t>Hamburgefontsiv</a:t>
            </a:r>
            <a:br>
              <a:rPr lang="en-US" sz="1200">
                <a:latin typeface="Aptos SemiBold" panose="020B0004020202020204" pitchFamily="34" charset="0"/>
              </a:rPr>
            </a:br>
            <a:r>
              <a:rPr lang="en-US" sz="1200">
                <a:latin typeface="Aptos SemiBold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653405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semibold__sz12__lc">
            <a:extLst>
              <a:ext uri="{FF2B5EF4-FFF2-40B4-BE49-F238E27FC236}">
                <a16:creationId xmlns:a16="http://schemas.microsoft.com/office/drawing/2014/main" id="{73ADA4BA-F3D3-2291-01B8-0DD74516FA10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semibold__sz12__uc">
            <a:extLst>
              <a:ext uri="{FF2B5EF4-FFF2-40B4-BE49-F238E27FC236}">
                <a16:creationId xmlns:a16="http://schemas.microsoft.com/office/drawing/2014/main" id="{D7555458-6498-AC99-7A6E-EE3C8E895091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semibold__sz12__dg">
            <a:extLst>
              <a:ext uri="{FF2B5EF4-FFF2-40B4-BE49-F238E27FC236}">
                <a16:creationId xmlns:a16="http://schemas.microsoft.com/office/drawing/2014/main" id="{EECED3EE-F363-A770-D1CC-F8F9A87ACAF8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ptos SemiBold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303721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semibold__sz18__lines1">
            <a:extLst>
              <a:ext uri="{FF2B5EF4-FFF2-40B4-BE49-F238E27FC236}">
                <a16:creationId xmlns:a16="http://schemas.microsoft.com/office/drawing/2014/main" id="{4E998DA0-7E25-9B9F-48EF-41E442013635}"/>
              </a:ext>
            </a:extLst>
          </p:cNvPr>
          <p:cNvSpPr txBox="1"/>
          <p:nvPr/>
        </p:nvSpPr>
        <p:spPr>
          <a:xfrm>
            <a:off x="380999" y="381000"/>
            <a:ext cx="1947328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3" name="linemetrics__aptossemibold__sz18__lines2">
            <a:extLst>
              <a:ext uri="{FF2B5EF4-FFF2-40B4-BE49-F238E27FC236}">
                <a16:creationId xmlns:a16="http://schemas.microsoft.com/office/drawing/2014/main" id="{AAAC5156-9BB4-D346-5EDA-68D1173053DE}"/>
              </a:ext>
            </a:extLst>
          </p:cNvPr>
          <p:cNvSpPr txBox="1"/>
          <p:nvPr/>
        </p:nvSpPr>
        <p:spPr>
          <a:xfrm>
            <a:off x="380999" y="2286000"/>
            <a:ext cx="19473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 SemiBold" panose="020B0004020202020204" pitchFamily="34" charset="0"/>
              </a:rPr>
              <a:t>Hamburgefontsiv</a:t>
            </a:r>
            <a:br>
              <a:rPr lang="en-US">
                <a:latin typeface="Aptos SemiBold" panose="020B0004020202020204" pitchFamily="34" charset="0"/>
              </a:rPr>
            </a:br>
            <a:r>
              <a:rPr lang="en-US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4" name="linemetrics__aptossemibold__sz18__lines3">
            <a:extLst>
              <a:ext uri="{FF2B5EF4-FFF2-40B4-BE49-F238E27FC236}">
                <a16:creationId xmlns:a16="http://schemas.microsoft.com/office/drawing/2014/main" id="{9102D0BE-9EDD-6BFE-AD5A-91C7DD399861}"/>
              </a:ext>
            </a:extLst>
          </p:cNvPr>
          <p:cNvSpPr txBox="1"/>
          <p:nvPr/>
        </p:nvSpPr>
        <p:spPr>
          <a:xfrm>
            <a:off x="380999" y="4318000"/>
            <a:ext cx="1947328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 SemiBold" panose="020B0004020202020204" pitchFamily="34" charset="0"/>
              </a:rPr>
              <a:t>Hamburgefontsiv</a:t>
            </a:r>
            <a:br>
              <a:rPr lang="en-US">
                <a:latin typeface="Aptos SemiBold" panose="020B0004020202020204" pitchFamily="34" charset="0"/>
              </a:rPr>
            </a:br>
            <a:r>
              <a:rPr lang="en-US">
                <a:latin typeface="Aptos SemiBold" panose="020B0004020202020204" pitchFamily="34" charset="0"/>
              </a:rPr>
              <a:t>Hamburgefontsiv</a:t>
            </a:r>
            <a:br>
              <a:rPr lang="en-US">
                <a:latin typeface="Aptos SemiBold" panose="020B0004020202020204" pitchFamily="34" charset="0"/>
              </a:rPr>
            </a:br>
            <a:r>
              <a:rPr lang="en-US">
                <a:latin typeface="Aptos SemiBold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42734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semibold__sz18__lc">
            <a:extLst>
              <a:ext uri="{FF2B5EF4-FFF2-40B4-BE49-F238E27FC236}">
                <a16:creationId xmlns:a16="http://schemas.microsoft.com/office/drawing/2014/main" id="{DC906CD1-023B-DD02-8B9D-848ACC7BEBAA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semibold__sz18__uc">
            <a:extLst>
              <a:ext uri="{FF2B5EF4-FFF2-40B4-BE49-F238E27FC236}">
                <a16:creationId xmlns:a16="http://schemas.microsoft.com/office/drawing/2014/main" id="{75DF251B-660C-D225-04BE-9A2E4F5C952E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semibold__sz18__dg">
            <a:extLst>
              <a:ext uri="{FF2B5EF4-FFF2-40B4-BE49-F238E27FC236}">
                <a16:creationId xmlns:a16="http://schemas.microsoft.com/office/drawing/2014/main" id="{94E97DAC-FB05-C5C0-B892-98B1D2DBA83C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ptos SemiBold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389576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ptossemibold__sz32__lines1">
            <a:extLst>
              <a:ext uri="{FF2B5EF4-FFF2-40B4-BE49-F238E27FC236}">
                <a16:creationId xmlns:a16="http://schemas.microsoft.com/office/drawing/2014/main" id="{19C45C60-8270-D1E0-0A8F-56B265E8B2AC}"/>
              </a:ext>
            </a:extLst>
          </p:cNvPr>
          <p:cNvSpPr txBox="1"/>
          <p:nvPr/>
        </p:nvSpPr>
        <p:spPr>
          <a:xfrm>
            <a:off x="380999" y="381000"/>
            <a:ext cx="3323859" cy="58477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3" name="linemetrics__aptossemibold__sz32__lines2">
            <a:extLst>
              <a:ext uri="{FF2B5EF4-FFF2-40B4-BE49-F238E27FC236}">
                <a16:creationId xmlns:a16="http://schemas.microsoft.com/office/drawing/2014/main" id="{946D9E1B-59A6-E6A4-9072-387CC8681DF5}"/>
              </a:ext>
            </a:extLst>
          </p:cNvPr>
          <p:cNvSpPr txBox="1"/>
          <p:nvPr/>
        </p:nvSpPr>
        <p:spPr>
          <a:xfrm>
            <a:off x="380999" y="2286000"/>
            <a:ext cx="3323859" cy="107721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Hamburgefontsiv</a:t>
            </a:r>
            <a:br>
              <a:rPr lang="en-US" sz="3200">
                <a:latin typeface="Aptos SemiBold" panose="020B0004020202020204" pitchFamily="34" charset="0"/>
              </a:rPr>
            </a:br>
            <a:r>
              <a:rPr lang="en-US" sz="3200">
                <a:latin typeface="Aptos SemiBold" panose="020B0004020202020204" pitchFamily="34" charset="0"/>
              </a:rPr>
              <a:t>Hamburgefontsiv</a:t>
            </a:r>
          </a:p>
        </p:txBody>
      </p:sp>
      <p:sp>
        <p:nvSpPr>
          <p:cNvPr id="4" name="linemetrics__aptossemibold__sz32__lines3">
            <a:extLst>
              <a:ext uri="{FF2B5EF4-FFF2-40B4-BE49-F238E27FC236}">
                <a16:creationId xmlns:a16="http://schemas.microsoft.com/office/drawing/2014/main" id="{FDA25B2D-2D5D-E508-7FF0-E91CD25B4874}"/>
              </a:ext>
            </a:extLst>
          </p:cNvPr>
          <p:cNvSpPr txBox="1"/>
          <p:nvPr/>
        </p:nvSpPr>
        <p:spPr>
          <a:xfrm>
            <a:off x="380999" y="4318000"/>
            <a:ext cx="3323859" cy="15696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Hamburgefontsiv</a:t>
            </a:r>
            <a:br>
              <a:rPr lang="en-US" sz="3200">
                <a:latin typeface="Aptos SemiBold" panose="020B0004020202020204" pitchFamily="34" charset="0"/>
              </a:rPr>
            </a:br>
            <a:r>
              <a:rPr lang="en-US" sz="3200">
                <a:latin typeface="Aptos SemiBold" panose="020B0004020202020204" pitchFamily="34" charset="0"/>
              </a:rPr>
              <a:t>Hamburgefontsiv</a:t>
            </a:r>
            <a:br>
              <a:rPr lang="en-US" sz="3200">
                <a:latin typeface="Aptos SemiBold" panose="020B0004020202020204" pitchFamily="34" charset="0"/>
              </a:rPr>
            </a:br>
            <a:r>
              <a:rPr lang="en-US" sz="3200">
                <a:latin typeface="Aptos SemiBold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57049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ptossemibold__sz32__lc">
            <a:extLst>
              <a:ext uri="{FF2B5EF4-FFF2-40B4-BE49-F238E27FC236}">
                <a16:creationId xmlns:a16="http://schemas.microsoft.com/office/drawing/2014/main" id="{3E0EDF28-7444-190E-E686-D37235DDDE19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3" name="advance__aptossemibold__sz32__uc">
            <a:extLst>
              <a:ext uri="{FF2B5EF4-FFF2-40B4-BE49-F238E27FC236}">
                <a16:creationId xmlns:a16="http://schemas.microsoft.com/office/drawing/2014/main" id="{2DB5297E-D6C0-7C0D-DF48-1FDF4955FC75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ABCDEFGHIJKLMNOPQRSTUVWXYZ</a:t>
            </a:r>
          </a:p>
        </p:txBody>
      </p:sp>
      <p:sp>
        <p:nvSpPr>
          <p:cNvPr id="4" name="advance__aptossemibold__sz32__dg">
            <a:extLst>
              <a:ext uri="{FF2B5EF4-FFF2-40B4-BE49-F238E27FC236}">
                <a16:creationId xmlns:a16="http://schemas.microsoft.com/office/drawing/2014/main" id="{5774C220-3BE9-B86A-5819-47397BF0CC9F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ptos SemiBold" panose="020B00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406649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calibri__sz12__lines1">
            <a:extLst>
              <a:ext uri="{FF2B5EF4-FFF2-40B4-BE49-F238E27FC236}">
                <a16:creationId xmlns:a16="http://schemas.microsoft.com/office/drawing/2014/main" id="{FEFEC237-DA10-6956-6DA8-D6256258F8F9}"/>
              </a:ext>
            </a:extLst>
          </p:cNvPr>
          <p:cNvSpPr txBox="1"/>
          <p:nvPr/>
        </p:nvSpPr>
        <p:spPr>
          <a:xfrm>
            <a:off x="380999" y="381000"/>
            <a:ext cx="1255728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3" name="linemetrics__calibri__sz12__lines2">
            <a:extLst>
              <a:ext uri="{FF2B5EF4-FFF2-40B4-BE49-F238E27FC236}">
                <a16:creationId xmlns:a16="http://schemas.microsoft.com/office/drawing/2014/main" id="{FF565BF9-49B7-25E9-D73D-4FBE0C146581}"/>
              </a:ext>
            </a:extLst>
          </p:cNvPr>
          <p:cNvSpPr txBox="1"/>
          <p:nvPr/>
        </p:nvSpPr>
        <p:spPr>
          <a:xfrm>
            <a:off x="380999" y="2286000"/>
            <a:ext cx="1255728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Hamburgefontsiv</a:t>
            </a:r>
            <a:br>
              <a:rPr lang="en-US" sz="1200">
                <a:latin typeface="Calibri" panose="020F0502020204030204" pitchFamily="34" charset="0"/>
              </a:rPr>
            </a:br>
            <a:r>
              <a:rPr lang="en-US" sz="1200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4" name="linemetrics__calibri__sz12__lines3">
            <a:extLst>
              <a:ext uri="{FF2B5EF4-FFF2-40B4-BE49-F238E27FC236}">
                <a16:creationId xmlns:a16="http://schemas.microsoft.com/office/drawing/2014/main" id="{190482D2-2E5A-8D9D-D521-E04573301023}"/>
              </a:ext>
            </a:extLst>
          </p:cNvPr>
          <p:cNvSpPr txBox="1"/>
          <p:nvPr/>
        </p:nvSpPr>
        <p:spPr>
          <a:xfrm>
            <a:off x="380999" y="4318000"/>
            <a:ext cx="12557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Hamburgefontsiv</a:t>
            </a:r>
            <a:br>
              <a:rPr lang="en-US" sz="1200">
                <a:latin typeface="Calibri" panose="020F0502020204030204" pitchFamily="34" charset="0"/>
              </a:rPr>
            </a:br>
            <a:r>
              <a:rPr lang="en-US" sz="1200">
                <a:latin typeface="Calibri" panose="020F0502020204030204" pitchFamily="34" charset="0"/>
              </a:rPr>
              <a:t>Hamburgefontsiv</a:t>
            </a:r>
            <a:br>
              <a:rPr lang="en-US" sz="1200">
                <a:latin typeface="Calibri" panose="020F0502020204030204" pitchFamily="34" charset="0"/>
              </a:rPr>
            </a:br>
            <a:r>
              <a:rPr lang="en-US" sz="1200">
                <a:latin typeface="Calibri" panose="020F050202020403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87623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calibri__sz12__lc">
            <a:extLst>
              <a:ext uri="{FF2B5EF4-FFF2-40B4-BE49-F238E27FC236}">
                <a16:creationId xmlns:a16="http://schemas.microsoft.com/office/drawing/2014/main" id="{834550C8-4686-768F-6AB2-B3D83AB7886F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3" name="advance__calibri__sz12__uc">
            <a:extLst>
              <a:ext uri="{FF2B5EF4-FFF2-40B4-BE49-F238E27FC236}">
                <a16:creationId xmlns:a16="http://schemas.microsoft.com/office/drawing/2014/main" id="{191A71DA-A717-AA9C-CF7B-D3B190AF6334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4" name="advance__calibri__sz12__dg">
            <a:extLst>
              <a:ext uri="{FF2B5EF4-FFF2-40B4-BE49-F238E27FC236}">
                <a16:creationId xmlns:a16="http://schemas.microsoft.com/office/drawing/2014/main" id="{05E0D943-A4E3-A32C-8517-17A38382B9E8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Calibri" panose="020F050202020403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4054624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calibri__sz18__lines1">
            <a:extLst>
              <a:ext uri="{FF2B5EF4-FFF2-40B4-BE49-F238E27FC236}">
                <a16:creationId xmlns:a16="http://schemas.microsoft.com/office/drawing/2014/main" id="{1D4EA441-0E85-AB4A-452B-BE7ADF61D89E}"/>
              </a:ext>
            </a:extLst>
          </p:cNvPr>
          <p:cNvSpPr txBox="1"/>
          <p:nvPr/>
        </p:nvSpPr>
        <p:spPr>
          <a:xfrm>
            <a:off x="380999" y="381000"/>
            <a:ext cx="179600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3" name="linemetrics__calibri__sz18__lines2">
            <a:extLst>
              <a:ext uri="{FF2B5EF4-FFF2-40B4-BE49-F238E27FC236}">
                <a16:creationId xmlns:a16="http://schemas.microsoft.com/office/drawing/2014/main" id="{178B81A6-C5F0-F614-B9D2-224ECFF20FB2}"/>
              </a:ext>
            </a:extLst>
          </p:cNvPr>
          <p:cNvSpPr txBox="1"/>
          <p:nvPr/>
        </p:nvSpPr>
        <p:spPr>
          <a:xfrm>
            <a:off x="380999" y="2286000"/>
            <a:ext cx="1796004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Hamburgefontsiv</a:t>
            </a:r>
            <a:br>
              <a:rPr lang="en-US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4" name="linemetrics__calibri__sz18__lines3">
            <a:extLst>
              <a:ext uri="{FF2B5EF4-FFF2-40B4-BE49-F238E27FC236}">
                <a16:creationId xmlns:a16="http://schemas.microsoft.com/office/drawing/2014/main" id="{71BA2638-73BC-5649-39FB-1543BE7F1543}"/>
              </a:ext>
            </a:extLst>
          </p:cNvPr>
          <p:cNvSpPr txBox="1"/>
          <p:nvPr/>
        </p:nvSpPr>
        <p:spPr>
          <a:xfrm>
            <a:off x="380999" y="4318000"/>
            <a:ext cx="1796004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Calibri" panose="020F0502020204030204" pitchFamily="34" charset="0"/>
              </a:rPr>
              <a:t>Hamburgefontsiv</a:t>
            </a:r>
            <a:br>
              <a:rPr lang="en-US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Hamburgefontsiv</a:t>
            </a:r>
            <a:br>
              <a:rPr lang="en-US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059922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calibri__sz18__lc">
            <a:extLst>
              <a:ext uri="{FF2B5EF4-FFF2-40B4-BE49-F238E27FC236}">
                <a16:creationId xmlns:a16="http://schemas.microsoft.com/office/drawing/2014/main" id="{F5561353-D774-4E07-13B6-26F10FAE34E7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3" name="advance__calibri__sz18__uc">
            <a:extLst>
              <a:ext uri="{FF2B5EF4-FFF2-40B4-BE49-F238E27FC236}">
                <a16:creationId xmlns:a16="http://schemas.microsoft.com/office/drawing/2014/main" id="{2DCE2648-BBE0-0B45-C455-D110885F36C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4" name="advance__calibri__sz18__dg">
            <a:extLst>
              <a:ext uri="{FF2B5EF4-FFF2-40B4-BE49-F238E27FC236}">
                <a16:creationId xmlns:a16="http://schemas.microsoft.com/office/drawing/2014/main" id="{F7C9A260-0DF6-3CD1-4042-61D6370532E0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Calibri" panose="020F050202020403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172723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calibri__sz32__lines1">
            <a:extLst>
              <a:ext uri="{FF2B5EF4-FFF2-40B4-BE49-F238E27FC236}">
                <a16:creationId xmlns:a16="http://schemas.microsoft.com/office/drawing/2014/main" id="{55A317C1-32D4-0DA8-ED98-DE4DBA164B71}"/>
              </a:ext>
            </a:extLst>
          </p:cNvPr>
          <p:cNvSpPr txBox="1"/>
          <p:nvPr/>
        </p:nvSpPr>
        <p:spPr>
          <a:xfrm>
            <a:off x="380999" y="381000"/>
            <a:ext cx="3051476" cy="58477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3" name="linemetrics__calibri__sz32__lines2">
            <a:extLst>
              <a:ext uri="{FF2B5EF4-FFF2-40B4-BE49-F238E27FC236}">
                <a16:creationId xmlns:a16="http://schemas.microsoft.com/office/drawing/2014/main" id="{006E08CB-FBCC-1E50-FCD4-EDEB0C5F88BE}"/>
              </a:ext>
            </a:extLst>
          </p:cNvPr>
          <p:cNvSpPr txBox="1"/>
          <p:nvPr/>
        </p:nvSpPr>
        <p:spPr>
          <a:xfrm>
            <a:off x="380999" y="2286000"/>
            <a:ext cx="3051476" cy="107721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Hamburgefontsiv</a:t>
            </a:r>
            <a:br>
              <a:rPr lang="en-US" sz="3200">
                <a:latin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</a:rPr>
              <a:t>Hamburgefontsiv</a:t>
            </a:r>
          </a:p>
        </p:txBody>
      </p:sp>
      <p:sp>
        <p:nvSpPr>
          <p:cNvPr id="4" name="linemetrics__calibri__sz32__lines3">
            <a:extLst>
              <a:ext uri="{FF2B5EF4-FFF2-40B4-BE49-F238E27FC236}">
                <a16:creationId xmlns:a16="http://schemas.microsoft.com/office/drawing/2014/main" id="{A81DC9B4-CF82-AC34-749F-77D89A03990B}"/>
              </a:ext>
            </a:extLst>
          </p:cNvPr>
          <p:cNvSpPr txBox="1"/>
          <p:nvPr/>
        </p:nvSpPr>
        <p:spPr>
          <a:xfrm>
            <a:off x="380999" y="4318000"/>
            <a:ext cx="3051476" cy="15696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Hamburgefontsiv</a:t>
            </a:r>
            <a:br>
              <a:rPr lang="en-US" sz="3200">
                <a:latin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</a:rPr>
              <a:t>Hamburgefontsiv</a:t>
            </a:r>
            <a:br>
              <a:rPr lang="en-US" sz="3200">
                <a:latin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09160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calibri__sz32__lc">
            <a:extLst>
              <a:ext uri="{FF2B5EF4-FFF2-40B4-BE49-F238E27FC236}">
                <a16:creationId xmlns:a16="http://schemas.microsoft.com/office/drawing/2014/main" id="{27FAB366-3E55-D0FB-757B-F49AD2BF5FAE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3" name="advance__calibri__sz32__uc">
            <a:extLst>
              <a:ext uri="{FF2B5EF4-FFF2-40B4-BE49-F238E27FC236}">
                <a16:creationId xmlns:a16="http://schemas.microsoft.com/office/drawing/2014/main" id="{2217679E-81C4-96A2-4403-8FD02C4F0A0D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ABCDEFGHIJKLMNOPQRSTUVWXYZ</a:t>
            </a:r>
          </a:p>
        </p:txBody>
      </p:sp>
      <p:sp>
        <p:nvSpPr>
          <p:cNvPr id="4" name="advance__calibri__sz32__dg">
            <a:extLst>
              <a:ext uri="{FF2B5EF4-FFF2-40B4-BE49-F238E27FC236}">
                <a16:creationId xmlns:a16="http://schemas.microsoft.com/office/drawing/2014/main" id="{88C6E638-F1AD-256F-474D-12989C1D0524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Calibri" panose="020F050202020403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1633979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tahoma__sz12__lines1">
            <a:extLst>
              <a:ext uri="{FF2B5EF4-FFF2-40B4-BE49-F238E27FC236}">
                <a16:creationId xmlns:a16="http://schemas.microsoft.com/office/drawing/2014/main" id="{71D0FF36-40D8-C90F-DAA6-F2C5EB49E0D2}"/>
              </a:ext>
            </a:extLst>
          </p:cNvPr>
          <p:cNvSpPr txBox="1"/>
          <p:nvPr/>
        </p:nvSpPr>
        <p:spPr>
          <a:xfrm>
            <a:off x="380999" y="381000"/>
            <a:ext cx="1342996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3" name="linemetrics__tahoma__sz12__lines2">
            <a:extLst>
              <a:ext uri="{FF2B5EF4-FFF2-40B4-BE49-F238E27FC236}">
                <a16:creationId xmlns:a16="http://schemas.microsoft.com/office/drawing/2014/main" id="{0AA81B13-55A0-07F9-CED1-E034EF606796}"/>
              </a:ext>
            </a:extLst>
          </p:cNvPr>
          <p:cNvSpPr txBox="1"/>
          <p:nvPr/>
        </p:nvSpPr>
        <p:spPr>
          <a:xfrm>
            <a:off x="380999" y="2286000"/>
            <a:ext cx="1342996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Hamburgefontsiv</a:t>
            </a:r>
            <a:br>
              <a:rPr lang="en-US" sz="1200">
                <a:latin typeface="Tahoma" panose="020B0604030504040204" pitchFamily="34" charset="0"/>
              </a:rPr>
            </a:br>
            <a:r>
              <a:rPr lang="en-US" sz="1200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4" name="linemetrics__tahoma__sz12__lines3">
            <a:extLst>
              <a:ext uri="{FF2B5EF4-FFF2-40B4-BE49-F238E27FC236}">
                <a16:creationId xmlns:a16="http://schemas.microsoft.com/office/drawing/2014/main" id="{859187E7-F590-A086-AB37-C3D2C69C7660}"/>
              </a:ext>
            </a:extLst>
          </p:cNvPr>
          <p:cNvSpPr txBox="1"/>
          <p:nvPr/>
        </p:nvSpPr>
        <p:spPr>
          <a:xfrm>
            <a:off x="380999" y="4318000"/>
            <a:ext cx="1342996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Hamburgefontsiv</a:t>
            </a:r>
            <a:br>
              <a:rPr lang="en-US" sz="1200">
                <a:latin typeface="Tahoma" panose="020B0604030504040204" pitchFamily="34" charset="0"/>
              </a:rPr>
            </a:br>
            <a:r>
              <a:rPr lang="en-US" sz="1200">
                <a:latin typeface="Tahoma" panose="020B0604030504040204" pitchFamily="34" charset="0"/>
              </a:rPr>
              <a:t>Hamburgefontsiv</a:t>
            </a:r>
            <a:br>
              <a:rPr lang="en-US" sz="1200">
                <a:latin typeface="Tahoma" panose="020B0604030504040204" pitchFamily="34" charset="0"/>
              </a:rPr>
            </a:br>
            <a:r>
              <a:rPr lang="en-US" sz="1200">
                <a:latin typeface="Tahoma" panose="020B060403050404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45928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tahoma__sz12__lc">
            <a:extLst>
              <a:ext uri="{FF2B5EF4-FFF2-40B4-BE49-F238E27FC236}">
                <a16:creationId xmlns:a16="http://schemas.microsoft.com/office/drawing/2014/main" id="{42D22E7C-4BDF-AB7A-5A97-7AA09E80EA51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3" name="advance__tahoma__sz12__uc">
            <a:extLst>
              <a:ext uri="{FF2B5EF4-FFF2-40B4-BE49-F238E27FC236}">
                <a16:creationId xmlns:a16="http://schemas.microsoft.com/office/drawing/2014/main" id="{A501D02E-2412-DD8E-4A29-91BBB0FC462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4" name="advance__tahoma__sz12__dg">
            <a:extLst>
              <a:ext uri="{FF2B5EF4-FFF2-40B4-BE49-F238E27FC236}">
                <a16:creationId xmlns:a16="http://schemas.microsoft.com/office/drawing/2014/main" id="{11AB8231-FB6C-1C9F-705F-B75CD26F66F0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462031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tahoma__sz18__lines1">
            <a:extLst>
              <a:ext uri="{FF2B5EF4-FFF2-40B4-BE49-F238E27FC236}">
                <a16:creationId xmlns:a16="http://schemas.microsoft.com/office/drawing/2014/main" id="{31A115FF-7ED9-3E93-D2AA-BAE398D85626}"/>
              </a:ext>
            </a:extLst>
          </p:cNvPr>
          <p:cNvSpPr txBox="1"/>
          <p:nvPr/>
        </p:nvSpPr>
        <p:spPr>
          <a:xfrm>
            <a:off x="380999" y="381000"/>
            <a:ext cx="1917320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3" name="linemetrics__tahoma__sz18__lines2">
            <a:extLst>
              <a:ext uri="{FF2B5EF4-FFF2-40B4-BE49-F238E27FC236}">
                <a16:creationId xmlns:a16="http://schemas.microsoft.com/office/drawing/2014/main" id="{0ED79B24-AF40-94DF-AC1A-1CC3E94231F8}"/>
              </a:ext>
            </a:extLst>
          </p:cNvPr>
          <p:cNvSpPr txBox="1"/>
          <p:nvPr/>
        </p:nvSpPr>
        <p:spPr>
          <a:xfrm>
            <a:off x="380999" y="2286000"/>
            <a:ext cx="1917320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Tahoma" panose="020B0604030504040204" pitchFamily="34" charset="0"/>
              </a:rPr>
              <a:t>Hamburgefontsiv</a:t>
            </a:r>
            <a:br>
              <a:rPr lang="en-US">
                <a:latin typeface="Tahoma" panose="020B0604030504040204" pitchFamily="34" charset="0"/>
              </a:rPr>
            </a:br>
            <a:r>
              <a:rPr lang="en-US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4" name="linemetrics__tahoma__sz18__lines3">
            <a:extLst>
              <a:ext uri="{FF2B5EF4-FFF2-40B4-BE49-F238E27FC236}">
                <a16:creationId xmlns:a16="http://schemas.microsoft.com/office/drawing/2014/main" id="{503A33FC-C944-85BD-8B36-692703AAB38C}"/>
              </a:ext>
            </a:extLst>
          </p:cNvPr>
          <p:cNvSpPr txBox="1"/>
          <p:nvPr/>
        </p:nvSpPr>
        <p:spPr>
          <a:xfrm>
            <a:off x="380999" y="4318000"/>
            <a:ext cx="1917320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Tahoma" panose="020B0604030504040204" pitchFamily="34" charset="0"/>
              </a:rPr>
              <a:t>Hamburgefontsiv</a:t>
            </a:r>
            <a:br>
              <a:rPr lang="en-US">
                <a:latin typeface="Tahoma" panose="020B0604030504040204" pitchFamily="34" charset="0"/>
              </a:rPr>
            </a:br>
            <a:r>
              <a:rPr lang="en-US">
                <a:latin typeface="Tahoma" panose="020B0604030504040204" pitchFamily="34" charset="0"/>
              </a:rPr>
              <a:t>Hamburgefontsiv</a:t>
            </a:r>
            <a:br>
              <a:rPr lang="en-US">
                <a:latin typeface="Tahoma" panose="020B0604030504040204" pitchFamily="34" charset="0"/>
              </a:rPr>
            </a:br>
            <a:r>
              <a:rPr lang="en-US">
                <a:latin typeface="Tahoma" panose="020B060403050404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79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tahoma__sz18__lc">
            <a:extLst>
              <a:ext uri="{FF2B5EF4-FFF2-40B4-BE49-F238E27FC236}">
                <a16:creationId xmlns:a16="http://schemas.microsoft.com/office/drawing/2014/main" id="{AC075A12-58BF-3B1F-7B4E-3CA9D1525E09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3" name="advance__tahoma__sz18__uc">
            <a:extLst>
              <a:ext uri="{FF2B5EF4-FFF2-40B4-BE49-F238E27FC236}">
                <a16:creationId xmlns:a16="http://schemas.microsoft.com/office/drawing/2014/main" id="{ABDA8E01-8CAF-ACA0-FD82-196804B13B9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4" name="advance__tahoma__sz18__dg">
            <a:extLst>
              <a:ext uri="{FF2B5EF4-FFF2-40B4-BE49-F238E27FC236}">
                <a16:creationId xmlns:a16="http://schemas.microsoft.com/office/drawing/2014/main" id="{54F45BF7-5460-235E-CDE2-27E9CAA34F1E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Tahoma" panose="020B060403050404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300957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tahoma__sz32__lines1">
            <a:extLst>
              <a:ext uri="{FF2B5EF4-FFF2-40B4-BE49-F238E27FC236}">
                <a16:creationId xmlns:a16="http://schemas.microsoft.com/office/drawing/2014/main" id="{895E691F-D6B3-ACD8-2A33-7F64A23E3A50}"/>
              </a:ext>
            </a:extLst>
          </p:cNvPr>
          <p:cNvSpPr txBox="1"/>
          <p:nvPr/>
        </p:nvSpPr>
        <p:spPr>
          <a:xfrm>
            <a:off x="380999" y="381000"/>
            <a:ext cx="3267626" cy="58477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3" name="linemetrics__tahoma__sz32__lines2">
            <a:extLst>
              <a:ext uri="{FF2B5EF4-FFF2-40B4-BE49-F238E27FC236}">
                <a16:creationId xmlns:a16="http://schemas.microsoft.com/office/drawing/2014/main" id="{5CEF8E0E-E064-F076-CEDD-91C57C1AAC85}"/>
              </a:ext>
            </a:extLst>
          </p:cNvPr>
          <p:cNvSpPr txBox="1"/>
          <p:nvPr/>
        </p:nvSpPr>
        <p:spPr>
          <a:xfrm>
            <a:off x="380999" y="2286000"/>
            <a:ext cx="3267626" cy="107721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Hamburgefontsiv</a:t>
            </a:r>
            <a:br>
              <a:rPr lang="en-US" sz="3200">
                <a:latin typeface="Tahoma" panose="020B0604030504040204" pitchFamily="34" charset="0"/>
              </a:rPr>
            </a:br>
            <a:r>
              <a:rPr lang="en-US" sz="3200">
                <a:latin typeface="Tahoma" panose="020B0604030504040204" pitchFamily="34" charset="0"/>
              </a:rPr>
              <a:t>Hamburgefontsiv</a:t>
            </a:r>
          </a:p>
        </p:txBody>
      </p:sp>
      <p:sp>
        <p:nvSpPr>
          <p:cNvPr id="4" name="linemetrics__tahoma__sz32__lines3">
            <a:extLst>
              <a:ext uri="{FF2B5EF4-FFF2-40B4-BE49-F238E27FC236}">
                <a16:creationId xmlns:a16="http://schemas.microsoft.com/office/drawing/2014/main" id="{3AED981B-7CDA-4B1D-9C56-0EB0E47A28EA}"/>
              </a:ext>
            </a:extLst>
          </p:cNvPr>
          <p:cNvSpPr txBox="1"/>
          <p:nvPr/>
        </p:nvSpPr>
        <p:spPr>
          <a:xfrm>
            <a:off x="380999" y="4318000"/>
            <a:ext cx="3267626" cy="15696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Hamburgefontsiv</a:t>
            </a:r>
            <a:br>
              <a:rPr lang="en-US" sz="3200">
                <a:latin typeface="Tahoma" panose="020B0604030504040204" pitchFamily="34" charset="0"/>
              </a:rPr>
            </a:br>
            <a:r>
              <a:rPr lang="en-US" sz="3200">
                <a:latin typeface="Tahoma" panose="020B0604030504040204" pitchFamily="34" charset="0"/>
              </a:rPr>
              <a:t>Hamburgefontsiv</a:t>
            </a:r>
            <a:br>
              <a:rPr lang="en-US" sz="3200">
                <a:latin typeface="Tahoma" panose="020B0604030504040204" pitchFamily="34" charset="0"/>
              </a:rPr>
            </a:br>
            <a:r>
              <a:rPr lang="en-US" sz="3200">
                <a:latin typeface="Tahoma" panose="020B060403050404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004826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tahoma__sz32__lc">
            <a:extLst>
              <a:ext uri="{FF2B5EF4-FFF2-40B4-BE49-F238E27FC236}">
                <a16:creationId xmlns:a16="http://schemas.microsoft.com/office/drawing/2014/main" id="{FB9E93DD-B0FD-20C0-467A-0CDFB1C4BB58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3" name="advance__tahoma__sz32__uc">
            <a:extLst>
              <a:ext uri="{FF2B5EF4-FFF2-40B4-BE49-F238E27FC236}">
                <a16:creationId xmlns:a16="http://schemas.microsoft.com/office/drawing/2014/main" id="{8DA2C352-FACA-827B-6633-CF49F551D2D6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ABCDEFGHIJKLMNOPQRSTUVWXYZ</a:t>
            </a:r>
          </a:p>
        </p:txBody>
      </p:sp>
      <p:sp>
        <p:nvSpPr>
          <p:cNvPr id="4" name="advance__tahoma__sz32__dg">
            <a:extLst>
              <a:ext uri="{FF2B5EF4-FFF2-40B4-BE49-F238E27FC236}">
                <a16:creationId xmlns:a16="http://schemas.microsoft.com/office/drawing/2014/main" id="{5E0A86EF-4426-D895-0462-572F0A01A9CB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Tahoma" panose="020B060403050404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3953202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rial__sz12__lines1">
            <a:extLst>
              <a:ext uri="{FF2B5EF4-FFF2-40B4-BE49-F238E27FC236}">
                <a16:creationId xmlns:a16="http://schemas.microsoft.com/office/drawing/2014/main" id="{2CA25665-70DE-67B0-ADB9-ACC4E0A7810F}"/>
              </a:ext>
            </a:extLst>
          </p:cNvPr>
          <p:cNvSpPr txBox="1"/>
          <p:nvPr/>
        </p:nvSpPr>
        <p:spPr>
          <a:xfrm>
            <a:off x="380999" y="381000"/>
            <a:ext cx="1343638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3" name="linemetrics__arial__sz12__lines2">
            <a:extLst>
              <a:ext uri="{FF2B5EF4-FFF2-40B4-BE49-F238E27FC236}">
                <a16:creationId xmlns:a16="http://schemas.microsoft.com/office/drawing/2014/main" id="{F6C867F3-D1F4-5351-A0FE-8BDDDD5EC0B3}"/>
              </a:ext>
            </a:extLst>
          </p:cNvPr>
          <p:cNvSpPr txBox="1"/>
          <p:nvPr/>
        </p:nvSpPr>
        <p:spPr>
          <a:xfrm>
            <a:off x="380999" y="2286000"/>
            <a:ext cx="1343638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Hamburgefontsiv</a:t>
            </a:r>
            <a:br>
              <a:rPr lang="en-US" sz="1200">
                <a:latin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4" name="linemetrics__arial__sz12__lines3">
            <a:extLst>
              <a:ext uri="{FF2B5EF4-FFF2-40B4-BE49-F238E27FC236}">
                <a16:creationId xmlns:a16="http://schemas.microsoft.com/office/drawing/2014/main" id="{6F7FF8BC-02BC-E0CF-718D-ACDCE49976ED}"/>
              </a:ext>
            </a:extLst>
          </p:cNvPr>
          <p:cNvSpPr txBox="1"/>
          <p:nvPr/>
        </p:nvSpPr>
        <p:spPr>
          <a:xfrm>
            <a:off x="380999" y="4318000"/>
            <a:ext cx="134363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Hamburgefontsiv</a:t>
            </a:r>
            <a:br>
              <a:rPr lang="en-US" sz="1200">
                <a:latin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</a:rPr>
              <a:t>Hamburgefontsiv</a:t>
            </a:r>
            <a:br>
              <a:rPr lang="en-US" sz="1200">
                <a:latin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045102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rial__sz12__lc">
            <a:extLst>
              <a:ext uri="{FF2B5EF4-FFF2-40B4-BE49-F238E27FC236}">
                <a16:creationId xmlns:a16="http://schemas.microsoft.com/office/drawing/2014/main" id="{35820E91-56DF-45E7-7305-EEA62ADB57E9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3" name="advance__arial__sz12__uc">
            <a:extLst>
              <a:ext uri="{FF2B5EF4-FFF2-40B4-BE49-F238E27FC236}">
                <a16:creationId xmlns:a16="http://schemas.microsoft.com/office/drawing/2014/main" id="{88B2EC36-EC2E-C838-1404-D2C3BBC95B57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4" name="advance__arial__sz12__dg">
            <a:extLst>
              <a:ext uri="{FF2B5EF4-FFF2-40B4-BE49-F238E27FC236}">
                <a16:creationId xmlns:a16="http://schemas.microsoft.com/office/drawing/2014/main" id="{66D5DDAF-1D9F-A543-F97E-FB6872184F7D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200">
                <a:latin typeface="Arial" panose="020B06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648417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rial__sz18__lines1">
            <a:extLst>
              <a:ext uri="{FF2B5EF4-FFF2-40B4-BE49-F238E27FC236}">
                <a16:creationId xmlns:a16="http://schemas.microsoft.com/office/drawing/2014/main" id="{5274E934-1C1C-3B21-02FC-A7431CE9D643}"/>
              </a:ext>
            </a:extLst>
          </p:cNvPr>
          <p:cNvSpPr txBox="1"/>
          <p:nvPr/>
        </p:nvSpPr>
        <p:spPr>
          <a:xfrm>
            <a:off x="380999" y="381000"/>
            <a:ext cx="1928733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3" name="linemetrics__arial__sz18__lines2">
            <a:extLst>
              <a:ext uri="{FF2B5EF4-FFF2-40B4-BE49-F238E27FC236}">
                <a16:creationId xmlns:a16="http://schemas.microsoft.com/office/drawing/2014/main" id="{B7B6A56D-8BA7-03E8-95D6-B0E09BBD808B}"/>
              </a:ext>
            </a:extLst>
          </p:cNvPr>
          <p:cNvSpPr txBox="1"/>
          <p:nvPr/>
        </p:nvSpPr>
        <p:spPr>
          <a:xfrm>
            <a:off x="380999" y="2286000"/>
            <a:ext cx="1928733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Hamburgefontsiv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4" name="linemetrics__arial__sz18__lines3">
            <a:extLst>
              <a:ext uri="{FF2B5EF4-FFF2-40B4-BE49-F238E27FC236}">
                <a16:creationId xmlns:a16="http://schemas.microsoft.com/office/drawing/2014/main" id="{4C477A64-20C8-3D8D-9620-9FDA018BAA13}"/>
              </a:ext>
            </a:extLst>
          </p:cNvPr>
          <p:cNvSpPr txBox="1"/>
          <p:nvPr/>
        </p:nvSpPr>
        <p:spPr>
          <a:xfrm>
            <a:off x="380999" y="4318000"/>
            <a:ext cx="1928733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Hamburgefontsiv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</a:rPr>
              <a:t>Hamburgefontsiv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557614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rial__sz18__lc">
            <a:extLst>
              <a:ext uri="{FF2B5EF4-FFF2-40B4-BE49-F238E27FC236}">
                <a16:creationId xmlns:a16="http://schemas.microsoft.com/office/drawing/2014/main" id="{3F7450D3-0073-1589-B12F-68D7F265F924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3" name="advance__arial__sz18__uc">
            <a:extLst>
              <a:ext uri="{FF2B5EF4-FFF2-40B4-BE49-F238E27FC236}">
                <a16:creationId xmlns:a16="http://schemas.microsoft.com/office/drawing/2014/main" id="{AA56EE06-96A0-865B-22B6-0628A27974E0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4" name="advance__arial__sz18__dg">
            <a:extLst>
              <a:ext uri="{FF2B5EF4-FFF2-40B4-BE49-F238E27FC236}">
                <a16:creationId xmlns:a16="http://schemas.microsoft.com/office/drawing/2014/main" id="{4497A9D0-24F7-0E44-678E-11894A0896EA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>
                <a:latin typeface="Arial" panose="020B06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1995079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metrics__arial__sz32__lines1">
            <a:extLst>
              <a:ext uri="{FF2B5EF4-FFF2-40B4-BE49-F238E27FC236}">
                <a16:creationId xmlns:a16="http://schemas.microsoft.com/office/drawing/2014/main" id="{F086D400-F14A-E374-E69C-B01D3BC622B6}"/>
              </a:ext>
            </a:extLst>
          </p:cNvPr>
          <p:cNvSpPr txBox="1"/>
          <p:nvPr/>
        </p:nvSpPr>
        <p:spPr>
          <a:xfrm>
            <a:off x="380999" y="381000"/>
            <a:ext cx="3281668" cy="58477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3" name="linemetrics__arial__sz32__lines2">
            <a:extLst>
              <a:ext uri="{FF2B5EF4-FFF2-40B4-BE49-F238E27FC236}">
                <a16:creationId xmlns:a16="http://schemas.microsoft.com/office/drawing/2014/main" id="{0515DD73-7543-703D-17FF-9FC41DA343C9}"/>
              </a:ext>
            </a:extLst>
          </p:cNvPr>
          <p:cNvSpPr txBox="1"/>
          <p:nvPr/>
        </p:nvSpPr>
        <p:spPr>
          <a:xfrm>
            <a:off x="380999" y="2286000"/>
            <a:ext cx="3281668" cy="1077218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Hamburgefontsiv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Hamburgefontsiv</a:t>
            </a:r>
          </a:p>
        </p:txBody>
      </p:sp>
      <p:sp>
        <p:nvSpPr>
          <p:cNvPr id="4" name="linemetrics__arial__sz32__lines3">
            <a:extLst>
              <a:ext uri="{FF2B5EF4-FFF2-40B4-BE49-F238E27FC236}">
                <a16:creationId xmlns:a16="http://schemas.microsoft.com/office/drawing/2014/main" id="{C6969A1D-2C0E-6539-ABF9-34862FCE929E}"/>
              </a:ext>
            </a:extLst>
          </p:cNvPr>
          <p:cNvSpPr txBox="1"/>
          <p:nvPr/>
        </p:nvSpPr>
        <p:spPr>
          <a:xfrm>
            <a:off x="380999" y="4318000"/>
            <a:ext cx="3281668" cy="156966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Hamburgefontsiv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Hamburgefontsiv</a:t>
            </a:r>
            <a:br>
              <a:rPr lang="en-US" sz="3200">
                <a:latin typeface="Arial" panose="020B0604020202020204" pitchFamily="34" charset="0"/>
              </a:rPr>
            </a:br>
            <a:r>
              <a:rPr lang="en-US" sz="3200">
                <a:latin typeface="Arial" panose="020B06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1860349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vance__arial__sz32__lc">
            <a:extLst>
              <a:ext uri="{FF2B5EF4-FFF2-40B4-BE49-F238E27FC236}">
                <a16:creationId xmlns:a16="http://schemas.microsoft.com/office/drawing/2014/main" id="{46E33A76-6579-6FA8-F2E7-1011D0870C05}"/>
              </a:ext>
            </a:extLst>
          </p:cNvPr>
          <p:cNvSpPr txBox="1"/>
          <p:nvPr/>
        </p:nvSpPr>
        <p:spPr>
          <a:xfrm>
            <a:off x="380999" y="381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3" name="advance__arial__sz32__uc">
            <a:extLst>
              <a:ext uri="{FF2B5EF4-FFF2-40B4-BE49-F238E27FC236}">
                <a16:creationId xmlns:a16="http://schemas.microsoft.com/office/drawing/2014/main" id="{76D4C2D6-D425-B730-BFF2-491425D8D153}"/>
              </a:ext>
            </a:extLst>
          </p:cNvPr>
          <p:cNvSpPr txBox="1"/>
          <p:nvPr/>
        </p:nvSpPr>
        <p:spPr>
          <a:xfrm>
            <a:off x="380999" y="1905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ABCDEFGHIJKLMNOPQRSTUVWXYZ</a:t>
            </a:r>
          </a:p>
        </p:txBody>
      </p:sp>
      <p:sp>
        <p:nvSpPr>
          <p:cNvPr id="4" name="advance__arial__sz32__dg">
            <a:extLst>
              <a:ext uri="{FF2B5EF4-FFF2-40B4-BE49-F238E27FC236}">
                <a16:creationId xmlns:a16="http://schemas.microsoft.com/office/drawing/2014/main" id="{6C8B3E61-2369-7820-DDDF-7439F0615313}"/>
              </a:ext>
            </a:extLst>
          </p:cNvPr>
          <p:cNvSpPr txBox="1"/>
          <p:nvPr/>
        </p:nvSpPr>
        <p:spPr>
          <a:xfrm>
            <a:off x="380999" y="3683000"/>
            <a:ext cx="11430000" cy="1016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3200">
                <a:latin typeface="Arial" panose="020B0604020202020204" pitchFamily="34" charset="0"/>
              </a:rPr>
              <a:t>0123456789</a:t>
            </a:r>
          </a:p>
        </p:txBody>
      </p:sp>
    </p:spTree>
    <p:extLst>
      <p:ext uri="{BB962C8B-B14F-4D97-AF65-F5344CB8AC3E}">
        <p14:creationId xmlns:p14="http://schemas.microsoft.com/office/powerpoint/2010/main" val="68483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Custom</PresentationFormat>
  <Paragraphs>90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Aptos SemiBold</vt:lpstr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2026-06-21T14:08:54Z</dcterms:created>
  <dcterms:modified xsi:type="dcterms:W3CDTF">2026-06-21T14:09:08Z</dcterms:modified>
</cp:coreProperties>
</file>