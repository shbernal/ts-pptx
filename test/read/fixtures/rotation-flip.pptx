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7" d="100"/>
          <a:sy n="37" d="100"/>
        </p:scale>
        <p:origin x="8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F6D5D-C6A6-C2FB-C5C6-9C907B85AF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9B5AF5-433F-F117-13DC-C711E6CEE1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1FD910-7A24-043D-7DB8-CDC265F0C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D50D3-5793-4D4F-BDA1-351E0DC35A0D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D54F27-6699-A6F9-D3CD-1F3EB0305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0FD88C-AA5F-C30D-0F3E-A81FDCFFE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80D0B-DAC4-4442-862F-ADDD7AA736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839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F8EB3-AD48-E8E4-64D3-1CA42BE90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07F3E-70D4-B176-3AE6-45BDF5AE7A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A86E0-6AF6-007B-3CCD-26D273AD8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D50D3-5793-4D4F-BDA1-351E0DC35A0D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17560A-4903-B6BD-A8A8-B01A8CC04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94E3AC-4953-D8E4-C678-9F99BA388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80D0B-DAC4-4442-862F-ADDD7AA736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0985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9B6D2-9BC7-5BFA-753C-2CD7B2810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C68E98-D718-FB3F-6955-966272CFF2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09488A-1445-418A-186F-9FD3CA4AA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D50D3-5793-4D4F-BDA1-351E0DC35A0D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D04B3A-18C0-D470-5E04-9F0BD8FCF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64162E-AEC7-F7B0-AC2C-EE9DCCF28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80D0B-DAC4-4442-862F-ADDD7AA736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61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72617-8CCD-7400-B3B4-D13F42FAF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853512-53F7-7902-B2F8-4211551F4E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DA1491-47F1-89AE-303D-CC256E7A5A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9AB9A6-8909-66F7-F0B1-F15CEF851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D50D3-5793-4D4F-BDA1-351E0DC35A0D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BB68B6-93FE-6337-E196-EA78E1895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0D336F-36FB-9C7C-A2D2-E75F4E04F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80D0B-DAC4-4442-862F-ADDD7AA736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734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3FCBF-8F42-6D10-7423-8989E92B0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87E649-0354-879B-C9E5-48C4970C4D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07A5A3-922A-A92F-BFFC-ECB5E8C55F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27B035-235B-0B4B-401B-1EC65A06C4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CD3BE2-B093-861E-304B-A9A43B926B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F5F318-A54A-37B5-E2C2-0EA78A582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D50D3-5793-4D4F-BDA1-351E0DC35A0D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8ADBD8-B053-BB4F-ADB1-01A5C3773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09B2FF-C131-7AAE-E03F-B6FDEDA5B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80D0B-DAC4-4442-862F-ADDD7AA736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619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9BA9A-3660-676C-6D2D-B322236B5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9CBAF9-8582-BAB1-101B-D61BC0AB2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D50D3-5793-4D4F-BDA1-351E0DC35A0D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85005F-A943-4F74-02C9-33C9E9A70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BAED0D-4608-263A-329D-5A63BCDCC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80D0B-DAC4-4442-862F-ADDD7AA736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126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6010BD-7A0D-8351-EE09-F0EB7498B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D50D3-5793-4D4F-BDA1-351E0DC35A0D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07BB15-177E-C83A-2164-49C2BC711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BA2D4C-0ED8-9C25-5CEB-D125DD5DF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80D0B-DAC4-4442-862F-ADDD7AA736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795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B6383-1B47-C1C0-9B0A-10843D0C3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1EE664-813D-E8A2-8455-A0A172E6B5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8934CC-46E8-043A-BEEF-5C9F34067C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C15E3C-39D8-5C1E-C139-567C459D5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D50D3-5793-4D4F-BDA1-351E0DC35A0D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CB2A46-601E-B155-EAB9-30BA6938E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C3D7F7-7F94-F486-F6BC-162E885FB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80D0B-DAC4-4442-862F-ADDD7AA736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750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C0C9C-3F08-0901-976B-85A2AE88C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659B8F-6C0C-ABBB-3952-501E95A428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0A41CB-8CC4-8546-F6C4-455723D69B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911E92-6760-502F-29A5-ACD344A6E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D50D3-5793-4D4F-BDA1-351E0DC35A0D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42C7CA-1C38-E438-E656-A84502ABA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B7F197-E0E5-20D2-B6FE-775B6E9E1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80D0B-DAC4-4442-862F-ADDD7AA736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182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62749-44B4-9F2C-05D6-1B5368E72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B014E2-0737-BA73-B8F3-4CA63CF902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8E8E39-00EA-8218-4170-505D724F7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D50D3-5793-4D4F-BDA1-351E0DC35A0D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6D281-C619-90FB-8393-64BD9449D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97F329-071F-A04A-82BD-535386697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80D0B-DAC4-4442-862F-ADDD7AA736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594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9697F5-D84A-F963-B968-6E5A99DC96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B8C3AC-3986-9323-CA18-DC185EA66E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D6FD6F-36CA-EA35-3635-835349E7B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D50D3-5793-4D4F-BDA1-351E0DC35A0D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61E2CC-4849-7A15-A3A3-3D8B68EEB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AEF1C1-71FD-6CDF-F1C3-EC1D27E4D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80D0B-DAC4-4442-862F-ADDD7AA736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840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46422B-CE3D-7527-F4B9-29D47D991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ADAAB8-CF4B-3304-09A5-EB1C629BC7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AC3686-955C-B438-79B5-ABE150D412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BD50D3-5793-4D4F-BDA1-351E0DC35A0D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C927CD-203F-54B9-074A-997E34E959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68C03F-80CF-4D28-6A38-62EE2380AF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280D0B-DAC4-4442-862F-ADDD7AA736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684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tated-45">
            <a:extLst>
              <a:ext uri="{FF2B5EF4-FFF2-40B4-BE49-F238E27FC236}">
                <a16:creationId xmlns:a16="http://schemas.microsoft.com/office/drawing/2014/main" id="{E3D592C1-D781-5C58-43BE-20B7D57F24E8}"/>
              </a:ext>
            </a:extLst>
          </p:cNvPr>
          <p:cNvSpPr/>
          <p:nvPr/>
        </p:nvSpPr>
        <p:spPr>
          <a:xfrm rot="2700000">
            <a:off x="1524000" y="2032000"/>
            <a:ext cx="2794000" cy="1397000"/>
          </a:xfrm>
          <a:prstGeom prst="rect">
            <a:avLst/>
          </a:prstGeom>
          <a:solidFill>
            <a:srgbClr val="CCCC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lipped-h">
            <a:extLst>
              <a:ext uri="{FF2B5EF4-FFF2-40B4-BE49-F238E27FC236}">
                <a16:creationId xmlns:a16="http://schemas.microsoft.com/office/drawing/2014/main" id="{97E2E895-ED36-F131-1D8C-0F40B28AEE79}"/>
              </a:ext>
            </a:extLst>
          </p:cNvPr>
          <p:cNvSpPr/>
          <p:nvPr/>
        </p:nvSpPr>
        <p:spPr>
          <a:xfrm flipH="1">
            <a:off x="6604000" y="2032000"/>
            <a:ext cx="2794000" cy="1397000"/>
          </a:xfrm>
          <a:prstGeom prst="rect">
            <a:avLst/>
          </a:prstGeom>
          <a:solidFill>
            <a:srgbClr val="9999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8314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HERNÁNDEZ BERNAL Santiago</dc:creator>
  <cp:lastModifiedBy>HERNÁNDEZ BERNAL Santiago</cp:lastModifiedBy>
  <cp:revision>1</cp:revision>
  <dcterms:created xsi:type="dcterms:W3CDTF">2026-06-19T09:53:31Z</dcterms:created>
  <dcterms:modified xsi:type="dcterms:W3CDTF">2026-06-19T09:53:34Z</dcterms:modified>
</cp:coreProperties>
</file>