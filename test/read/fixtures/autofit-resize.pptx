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8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661E9-C353-7782-A3FD-4DF9FE38B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B0A95F-7DD2-2DE3-2CAA-0F1A4E28D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3777E-6F03-34CE-5863-0BB95BBE8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779DF-A32A-48AA-93AE-F4B82FA9648F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14C08-5BA4-7DF8-4035-36531F1BF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24500-5510-472F-523D-FC31642D2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F4B7A-3475-45CE-91B7-641C16FAE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16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6027B-3CD2-5CCE-5ECF-0C960A29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FE4FF-B250-C55D-E191-F8371526A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25D68-9D38-8DDE-4614-F95B5903A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779DF-A32A-48AA-93AE-F4B82FA9648F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95ABD-7B60-B74C-27B8-928F5071D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DBFBA-7F7A-87CB-4534-14617C44E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F4B7A-3475-45CE-91B7-641C16FAE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35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84EF-765E-9010-794D-FC01F6E22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A1A6D-9E40-7FEA-6217-839FAC9A0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C9061-A6B5-1C5B-4393-64949162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779DF-A32A-48AA-93AE-F4B82FA9648F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AE9E2-F546-E17B-27FD-A307BFCC7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D270F-B90C-4E03-61C9-FFAC6F84E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F4B7A-3475-45CE-91B7-641C16FAE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0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96FC0-79EA-4FC9-F4F4-62DA2024D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FC3BB-BFB5-5903-13F1-79E362D3BB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5C828D-F91A-9C32-3318-E3DCB8CE9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38C03-3237-2BE5-41A6-4EF42FBAF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779DF-A32A-48AA-93AE-F4B82FA9648F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7FE3EF-8535-0DB6-7DC9-7E0EDB353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32ABD-C1F4-9D33-5B68-D544D30DA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F4B7A-3475-45CE-91B7-641C16FAE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84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EA50B-554B-BBE9-737B-9913DBA2D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33880-4E0A-8F91-4F38-3DD7C0A7A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78A8D-45C7-8078-B8BB-451D9C252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C6A817-DC77-9590-0430-75B4F6929D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D8010D-C2EB-604D-2C8C-FD2D04F791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6C56FC-38B3-9755-46E9-D3D37133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779DF-A32A-48AA-93AE-F4B82FA9648F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1CE3D9-A72F-4D66-5ED7-5EBD6059D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51AB5B-3D03-2958-27E1-3514AFCF3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F4B7A-3475-45CE-91B7-641C16FAE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30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96F9E-1E34-04B4-36C8-B73DA4569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2B1324-A291-E607-9789-AED2996D3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779DF-A32A-48AA-93AE-F4B82FA9648F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CCA0EC-B41B-E17C-C479-6884CF1C3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C99878-3060-B249-3477-49A77440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F4B7A-3475-45CE-91B7-641C16FAE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26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D32C6C-304E-A4DD-AC32-871909D98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779DF-A32A-48AA-93AE-F4B82FA9648F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3FDD16-D6DF-6242-6406-0D7533B2F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9EBDC-1F84-B4B5-4DEB-01761076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F4B7A-3475-45CE-91B7-641C16FAE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895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AE4FE-330C-992A-8EAC-C9A141460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41D87-233A-4D36-4DDA-2D568418F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EB3C3-7095-6DCF-09C7-0E535C0498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8CB46-E535-B174-F343-CE7E2922D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779DF-A32A-48AA-93AE-F4B82FA9648F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FB2B0-4451-F6D7-E5C0-9DC50FE86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7A2BD-5E79-F80C-1564-4E11E5FDB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F4B7A-3475-45CE-91B7-641C16FAE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27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535E3-CA71-E0E8-BC6D-098275ED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DFAAF9-57A3-0A52-C7DA-0BA695FA02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AD4EB-95B1-8D50-8949-B9F4D3BE9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2CC15-956E-4C1A-1AA6-819DA8009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779DF-A32A-48AA-93AE-F4B82FA9648F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B5F99-23A7-F79C-5CC4-85079FA2E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FCC1D-A584-5F08-7BD6-835C39E2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F4B7A-3475-45CE-91B7-641C16FAE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95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57508-429D-7E41-7D67-B74304287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1CB7AF-8A9E-6662-D764-E17D3ED14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A8D93-AC9D-D957-E8A5-149C503EF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779DF-A32A-48AA-93AE-F4B82FA9648F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99362-86A2-6250-C9DA-C031D1DAF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54390-657F-0473-D732-AAB61E944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F4B7A-3475-45CE-91B7-641C16FAE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65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9E9733-C460-BF84-AE2D-8D5443EDCE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2FF07-B75F-D778-8356-DB4D7E482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8D6D0-A950-FAD6-75C9-6F028A70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779DF-A32A-48AA-93AE-F4B82FA9648F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734FC-707D-8449-8CB2-169A8D581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017B7-3031-378A-4EC2-E47E82D63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F4B7A-3475-45CE-91B7-641C16FAE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995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70E039-55F3-4A82-CC30-E4FD43FD3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13E51-F47C-5F8C-5E0D-A83D4AB6F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88216-4792-FA14-6A6C-624100B639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4779DF-A32A-48AA-93AE-F4B82FA9648F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00D1B-0945-48F8-2E5D-6DE9B90291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6A803-CD2D-59BC-B9E5-50B013094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3F4B7A-3475-45CE-91B7-641C16FAE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55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ize__aptos__lines1">
            <a:extLst>
              <a:ext uri="{FF2B5EF4-FFF2-40B4-BE49-F238E27FC236}">
                <a16:creationId xmlns:a16="http://schemas.microsoft.com/office/drawing/2014/main" id="{124CC605-CA7E-A82D-F3AB-30C869A847EE}"/>
              </a:ext>
            </a:extLst>
          </p:cNvPr>
          <p:cNvSpPr txBox="1"/>
          <p:nvPr/>
        </p:nvSpPr>
        <p:spPr>
          <a:xfrm>
            <a:off x="762000" y="2540000"/>
            <a:ext cx="2743200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latin typeface="Aptos" panose="020B000402020202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2099946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ize__aptos__lines3">
            <a:extLst>
              <a:ext uri="{FF2B5EF4-FFF2-40B4-BE49-F238E27FC236}">
                <a16:creationId xmlns:a16="http://schemas.microsoft.com/office/drawing/2014/main" id="{7C7B5660-0829-B999-9C32-845DA05F7D2E}"/>
              </a:ext>
            </a:extLst>
          </p:cNvPr>
          <p:cNvSpPr txBox="1"/>
          <p:nvPr/>
        </p:nvSpPr>
        <p:spPr>
          <a:xfrm>
            <a:off x="762000" y="2540000"/>
            <a:ext cx="2743200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latin typeface="Aptos" panose="020B0004020202020204" pitchFamily="34" charset="0"/>
              </a:rPr>
              <a:t>Hamburgefontsiv</a:t>
            </a:r>
            <a:br>
              <a:rPr lang="en-US">
                <a:latin typeface="Aptos" panose="020B0004020202020204" pitchFamily="34" charset="0"/>
              </a:rPr>
            </a:br>
            <a:r>
              <a:rPr lang="en-US">
                <a:latin typeface="Aptos" panose="020B0004020202020204" pitchFamily="34" charset="0"/>
              </a:rPr>
              <a:t>Hamburgefontsiv</a:t>
            </a:r>
            <a:br>
              <a:rPr lang="en-US">
                <a:latin typeface="Aptos" panose="020B0004020202020204" pitchFamily="34" charset="0"/>
              </a:rPr>
            </a:br>
            <a:r>
              <a:rPr lang="en-US">
                <a:latin typeface="Aptos" panose="020B000402020202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619293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ize__aptossemibold__lines1">
            <a:extLst>
              <a:ext uri="{FF2B5EF4-FFF2-40B4-BE49-F238E27FC236}">
                <a16:creationId xmlns:a16="http://schemas.microsoft.com/office/drawing/2014/main" id="{9E96C7D2-CAD1-F208-FB68-6263ACD50A9A}"/>
              </a:ext>
            </a:extLst>
          </p:cNvPr>
          <p:cNvSpPr txBox="1"/>
          <p:nvPr/>
        </p:nvSpPr>
        <p:spPr>
          <a:xfrm>
            <a:off x="762000" y="2540000"/>
            <a:ext cx="2743200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latin typeface="Aptos SemiBold" panose="020B000402020202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1251144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ize__aptossemibold__lines3">
            <a:extLst>
              <a:ext uri="{FF2B5EF4-FFF2-40B4-BE49-F238E27FC236}">
                <a16:creationId xmlns:a16="http://schemas.microsoft.com/office/drawing/2014/main" id="{B220ABAA-6BE5-8F8C-9377-10C3B3BE06E5}"/>
              </a:ext>
            </a:extLst>
          </p:cNvPr>
          <p:cNvSpPr txBox="1"/>
          <p:nvPr/>
        </p:nvSpPr>
        <p:spPr>
          <a:xfrm>
            <a:off x="762000" y="2540000"/>
            <a:ext cx="2743200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latin typeface="Aptos SemiBold" panose="020B0004020202020204" pitchFamily="34" charset="0"/>
              </a:rPr>
              <a:t>Hamburgefontsiv</a:t>
            </a:r>
            <a:br>
              <a:rPr lang="en-US">
                <a:latin typeface="Aptos SemiBold" panose="020B0004020202020204" pitchFamily="34" charset="0"/>
              </a:rPr>
            </a:br>
            <a:r>
              <a:rPr lang="en-US">
                <a:latin typeface="Aptos SemiBold" panose="020B0004020202020204" pitchFamily="34" charset="0"/>
              </a:rPr>
              <a:t>Hamburgefontsiv</a:t>
            </a:r>
            <a:br>
              <a:rPr lang="en-US">
                <a:latin typeface="Aptos SemiBold" panose="020B0004020202020204" pitchFamily="34" charset="0"/>
              </a:rPr>
            </a:br>
            <a:r>
              <a:rPr lang="en-US">
                <a:latin typeface="Aptos SemiBold" panose="020B000402020202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1723608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ize__calibri__lines1">
            <a:extLst>
              <a:ext uri="{FF2B5EF4-FFF2-40B4-BE49-F238E27FC236}">
                <a16:creationId xmlns:a16="http://schemas.microsoft.com/office/drawing/2014/main" id="{8E04DE84-58B0-C347-26BC-A72C5FF17E63}"/>
              </a:ext>
            </a:extLst>
          </p:cNvPr>
          <p:cNvSpPr txBox="1"/>
          <p:nvPr/>
        </p:nvSpPr>
        <p:spPr>
          <a:xfrm>
            <a:off x="762000" y="2540000"/>
            <a:ext cx="2743200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latin typeface="Calibri" panose="020F050202020403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2448545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ize__calibri__lines3">
            <a:extLst>
              <a:ext uri="{FF2B5EF4-FFF2-40B4-BE49-F238E27FC236}">
                <a16:creationId xmlns:a16="http://schemas.microsoft.com/office/drawing/2014/main" id="{BFE9D65E-A046-6E00-9650-951BD27B9627}"/>
              </a:ext>
            </a:extLst>
          </p:cNvPr>
          <p:cNvSpPr txBox="1"/>
          <p:nvPr/>
        </p:nvSpPr>
        <p:spPr>
          <a:xfrm>
            <a:off x="762000" y="2540000"/>
            <a:ext cx="2743200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latin typeface="Calibri" panose="020F0502020204030204" pitchFamily="34" charset="0"/>
              </a:rPr>
              <a:t>Hamburgefontsiv</a:t>
            </a:r>
            <a:br>
              <a:rPr lang="en-US">
                <a:latin typeface="Calibri" panose="020F0502020204030204" pitchFamily="34" charset="0"/>
              </a:rPr>
            </a:br>
            <a:r>
              <a:rPr lang="en-US">
                <a:latin typeface="Calibri" panose="020F0502020204030204" pitchFamily="34" charset="0"/>
              </a:rPr>
              <a:t>Hamburgefontsiv</a:t>
            </a:r>
            <a:br>
              <a:rPr lang="en-US">
                <a:latin typeface="Calibri" panose="020F0502020204030204" pitchFamily="34" charset="0"/>
              </a:rPr>
            </a:br>
            <a:r>
              <a:rPr lang="en-US">
                <a:latin typeface="Calibri" panose="020F050202020403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1309382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ize__tahoma__lines1">
            <a:extLst>
              <a:ext uri="{FF2B5EF4-FFF2-40B4-BE49-F238E27FC236}">
                <a16:creationId xmlns:a16="http://schemas.microsoft.com/office/drawing/2014/main" id="{076B185C-0BC9-8273-6876-88DE31594AA7}"/>
              </a:ext>
            </a:extLst>
          </p:cNvPr>
          <p:cNvSpPr txBox="1"/>
          <p:nvPr/>
        </p:nvSpPr>
        <p:spPr>
          <a:xfrm>
            <a:off x="762000" y="2540000"/>
            <a:ext cx="2743200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latin typeface="Tahoma" panose="020B060403050404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3283342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ize__tahoma__lines3">
            <a:extLst>
              <a:ext uri="{FF2B5EF4-FFF2-40B4-BE49-F238E27FC236}">
                <a16:creationId xmlns:a16="http://schemas.microsoft.com/office/drawing/2014/main" id="{9A6DBD3A-7E52-A4EB-72E0-326931576BAB}"/>
              </a:ext>
            </a:extLst>
          </p:cNvPr>
          <p:cNvSpPr txBox="1"/>
          <p:nvPr/>
        </p:nvSpPr>
        <p:spPr>
          <a:xfrm>
            <a:off x="762000" y="2540000"/>
            <a:ext cx="2743200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latin typeface="Tahoma" panose="020B0604030504040204" pitchFamily="34" charset="0"/>
              </a:rPr>
              <a:t>Hamburgefontsiv</a:t>
            </a:r>
            <a:br>
              <a:rPr lang="en-US">
                <a:latin typeface="Tahoma" panose="020B0604030504040204" pitchFamily="34" charset="0"/>
              </a:rPr>
            </a:br>
            <a:r>
              <a:rPr lang="en-US">
                <a:latin typeface="Tahoma" panose="020B0604030504040204" pitchFamily="34" charset="0"/>
              </a:rPr>
              <a:t>Hamburgefontsiv</a:t>
            </a:r>
            <a:br>
              <a:rPr lang="en-US">
                <a:latin typeface="Tahoma" panose="020B0604030504040204" pitchFamily="34" charset="0"/>
              </a:rPr>
            </a:br>
            <a:r>
              <a:rPr lang="en-US">
                <a:latin typeface="Tahoma" panose="020B060403050404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182732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ize__arial__lines1">
            <a:extLst>
              <a:ext uri="{FF2B5EF4-FFF2-40B4-BE49-F238E27FC236}">
                <a16:creationId xmlns:a16="http://schemas.microsoft.com/office/drawing/2014/main" id="{D225077F-4FE9-9CC3-BB23-4AAF0DDB8801}"/>
              </a:ext>
            </a:extLst>
          </p:cNvPr>
          <p:cNvSpPr txBox="1"/>
          <p:nvPr/>
        </p:nvSpPr>
        <p:spPr>
          <a:xfrm>
            <a:off x="762000" y="2540000"/>
            <a:ext cx="2743200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latin typeface="Arial" panose="020B060402020202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3440002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ize__arial__lines3">
            <a:extLst>
              <a:ext uri="{FF2B5EF4-FFF2-40B4-BE49-F238E27FC236}">
                <a16:creationId xmlns:a16="http://schemas.microsoft.com/office/drawing/2014/main" id="{D4B8AAA6-8426-175C-4DD0-5F7D82800D7C}"/>
              </a:ext>
            </a:extLst>
          </p:cNvPr>
          <p:cNvSpPr txBox="1"/>
          <p:nvPr/>
        </p:nvSpPr>
        <p:spPr>
          <a:xfrm>
            <a:off x="762000" y="2540000"/>
            <a:ext cx="2743200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latin typeface="Arial" panose="020B0604020202020204" pitchFamily="34" charset="0"/>
              </a:rPr>
              <a:t>Hamburgefontsiv</a:t>
            </a:r>
            <a:br>
              <a:rPr lang="en-US">
                <a:latin typeface="Arial" panose="020B0604020202020204" pitchFamily="34" charset="0"/>
              </a:rPr>
            </a:br>
            <a:r>
              <a:rPr lang="en-US">
                <a:latin typeface="Arial" panose="020B0604020202020204" pitchFamily="34" charset="0"/>
              </a:rPr>
              <a:t>Hamburgefontsiv</a:t>
            </a:r>
            <a:br>
              <a:rPr lang="en-US">
                <a:latin typeface="Arial" panose="020B0604020202020204" pitchFamily="34" charset="0"/>
              </a:rPr>
            </a:br>
            <a:r>
              <a:rPr lang="en-US">
                <a:latin typeface="Arial" panose="020B060402020202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1588013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ize__aptos__anchor_t">
            <a:extLst>
              <a:ext uri="{FF2B5EF4-FFF2-40B4-BE49-F238E27FC236}">
                <a16:creationId xmlns:a16="http://schemas.microsoft.com/office/drawing/2014/main" id="{A23FCB47-AA02-3738-B17C-B69F56F5BF03}"/>
              </a:ext>
            </a:extLst>
          </p:cNvPr>
          <p:cNvSpPr txBox="1"/>
          <p:nvPr/>
        </p:nvSpPr>
        <p:spPr>
          <a:xfrm>
            <a:off x="762000" y="2540000"/>
            <a:ext cx="2743200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latin typeface="Aptos" panose="020B0004020202020204" pitchFamily="34" charset="0"/>
              </a:rPr>
              <a:t>Hamburgefontsiv</a:t>
            </a:r>
            <a:br>
              <a:rPr lang="en-US">
                <a:latin typeface="Aptos" panose="020B0004020202020204" pitchFamily="34" charset="0"/>
              </a:rPr>
            </a:br>
            <a:r>
              <a:rPr lang="en-US">
                <a:latin typeface="Aptos" panose="020B0004020202020204" pitchFamily="34" charset="0"/>
              </a:rPr>
              <a:t>Hamburgefontsiv</a:t>
            </a:r>
            <a:br>
              <a:rPr lang="en-US">
                <a:latin typeface="Aptos" panose="020B0004020202020204" pitchFamily="34" charset="0"/>
              </a:rPr>
            </a:br>
            <a:r>
              <a:rPr lang="en-US">
                <a:latin typeface="Aptos" panose="020B000402020202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162365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ize__aptos__anchor_ctr">
            <a:extLst>
              <a:ext uri="{FF2B5EF4-FFF2-40B4-BE49-F238E27FC236}">
                <a16:creationId xmlns:a16="http://schemas.microsoft.com/office/drawing/2014/main" id="{3E4F402D-A923-F653-A9E1-031EE48DB0DD}"/>
              </a:ext>
            </a:extLst>
          </p:cNvPr>
          <p:cNvSpPr txBox="1"/>
          <p:nvPr/>
        </p:nvSpPr>
        <p:spPr>
          <a:xfrm>
            <a:off x="762000" y="2306935"/>
            <a:ext cx="2743200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>
                <a:latin typeface="Aptos" panose="020B0004020202020204" pitchFamily="34" charset="0"/>
              </a:rPr>
              <a:t>Hamburgefontsiv</a:t>
            </a:r>
            <a:br>
              <a:rPr lang="en-US">
                <a:latin typeface="Aptos" panose="020B0004020202020204" pitchFamily="34" charset="0"/>
              </a:rPr>
            </a:br>
            <a:r>
              <a:rPr lang="en-US">
                <a:latin typeface="Aptos" panose="020B0004020202020204" pitchFamily="34" charset="0"/>
              </a:rPr>
              <a:t>Hamburgefontsiv</a:t>
            </a:r>
            <a:br>
              <a:rPr lang="en-US">
                <a:latin typeface="Aptos" panose="020B0004020202020204" pitchFamily="34" charset="0"/>
              </a:rPr>
            </a:br>
            <a:r>
              <a:rPr lang="en-US">
                <a:latin typeface="Aptos" panose="020B000402020202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2537678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ize__aptos__anchor_b">
            <a:extLst>
              <a:ext uri="{FF2B5EF4-FFF2-40B4-BE49-F238E27FC236}">
                <a16:creationId xmlns:a16="http://schemas.microsoft.com/office/drawing/2014/main" id="{480E5EBA-FD22-BC93-40CC-4FCB5D770281}"/>
              </a:ext>
            </a:extLst>
          </p:cNvPr>
          <p:cNvSpPr txBox="1"/>
          <p:nvPr/>
        </p:nvSpPr>
        <p:spPr>
          <a:xfrm>
            <a:off x="762000" y="2073870"/>
            <a:ext cx="2743200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r>
              <a:rPr lang="en-US">
                <a:latin typeface="Aptos" panose="020B0004020202020204" pitchFamily="34" charset="0"/>
              </a:rPr>
              <a:t>Hamburgefontsiv</a:t>
            </a:r>
            <a:br>
              <a:rPr lang="en-US">
                <a:latin typeface="Aptos" panose="020B0004020202020204" pitchFamily="34" charset="0"/>
              </a:rPr>
            </a:br>
            <a:r>
              <a:rPr lang="en-US">
                <a:latin typeface="Aptos" panose="020B0004020202020204" pitchFamily="34" charset="0"/>
              </a:rPr>
              <a:t>Hamburgefontsiv</a:t>
            </a:r>
            <a:br>
              <a:rPr lang="en-US">
                <a:latin typeface="Aptos" panose="020B0004020202020204" pitchFamily="34" charset="0"/>
              </a:rPr>
            </a:br>
            <a:r>
              <a:rPr lang="en-US">
                <a:latin typeface="Aptos" panose="020B000402020202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847057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ize__aptos__underfilled">
            <a:extLst>
              <a:ext uri="{FF2B5EF4-FFF2-40B4-BE49-F238E27FC236}">
                <a16:creationId xmlns:a16="http://schemas.microsoft.com/office/drawing/2014/main" id="{CAE0E8ED-9AEC-CF07-DCC2-FC50D620B4AF}"/>
              </a:ext>
            </a:extLst>
          </p:cNvPr>
          <p:cNvSpPr txBox="1"/>
          <p:nvPr/>
        </p:nvSpPr>
        <p:spPr>
          <a:xfrm>
            <a:off x="762000" y="2540000"/>
            <a:ext cx="2743200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latin typeface="Aptos" panose="020B000402020202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1082084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ize__aptos__lnspc150">
            <a:extLst>
              <a:ext uri="{FF2B5EF4-FFF2-40B4-BE49-F238E27FC236}">
                <a16:creationId xmlns:a16="http://schemas.microsoft.com/office/drawing/2014/main" id="{31BD225E-67D4-8E6E-0A93-D57984E68447}"/>
              </a:ext>
            </a:extLst>
          </p:cNvPr>
          <p:cNvSpPr txBox="1"/>
          <p:nvPr/>
        </p:nvSpPr>
        <p:spPr>
          <a:xfrm>
            <a:off x="762000" y="2540000"/>
            <a:ext cx="2743200" cy="129888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>
                <a:latin typeface="Aptos" panose="020B0004020202020204" pitchFamily="34" charset="0"/>
              </a:rPr>
              <a:t>Hamburgefontsiv</a:t>
            </a:r>
            <a:br>
              <a:rPr lang="en-US">
                <a:latin typeface="Aptos" panose="020B0004020202020204" pitchFamily="34" charset="0"/>
              </a:rPr>
            </a:br>
            <a:r>
              <a:rPr lang="en-US">
                <a:latin typeface="Aptos" panose="020B0004020202020204" pitchFamily="34" charset="0"/>
              </a:rPr>
              <a:t>Hamburgefontsiv</a:t>
            </a:r>
            <a:br>
              <a:rPr lang="en-US">
                <a:latin typeface="Aptos" panose="020B0004020202020204" pitchFamily="34" charset="0"/>
              </a:rPr>
            </a:br>
            <a:r>
              <a:rPr lang="en-US">
                <a:latin typeface="Aptos" panose="020B000402020202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1838608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ize__aptos__lnspc_exact24">
            <a:extLst>
              <a:ext uri="{FF2B5EF4-FFF2-40B4-BE49-F238E27FC236}">
                <a16:creationId xmlns:a16="http://schemas.microsoft.com/office/drawing/2014/main" id="{F9A83112-87DF-3351-F85D-166833E52A65}"/>
              </a:ext>
            </a:extLst>
          </p:cNvPr>
          <p:cNvSpPr txBox="1"/>
          <p:nvPr/>
        </p:nvSpPr>
        <p:spPr>
          <a:xfrm>
            <a:off x="762000" y="2540000"/>
            <a:ext cx="2743200" cy="100264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>
                <a:latin typeface="Aptos" panose="020B0004020202020204" pitchFamily="34" charset="0"/>
              </a:rPr>
              <a:t>Hamburgefontsiv</a:t>
            </a:r>
            <a:br>
              <a:rPr lang="en-US">
                <a:latin typeface="Aptos" panose="020B0004020202020204" pitchFamily="34" charset="0"/>
              </a:rPr>
            </a:br>
            <a:r>
              <a:rPr lang="en-US">
                <a:latin typeface="Aptos" panose="020B0004020202020204" pitchFamily="34" charset="0"/>
              </a:rPr>
              <a:t>Hamburgefontsiv</a:t>
            </a:r>
            <a:br>
              <a:rPr lang="en-US">
                <a:latin typeface="Aptos" panose="020B0004020202020204" pitchFamily="34" charset="0"/>
              </a:rPr>
            </a:br>
            <a:r>
              <a:rPr lang="en-US">
                <a:latin typeface="Aptos" panose="020B000402020202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970122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ize__aptos__spba12_2para">
            <a:extLst>
              <a:ext uri="{FF2B5EF4-FFF2-40B4-BE49-F238E27FC236}">
                <a16:creationId xmlns:a16="http://schemas.microsoft.com/office/drawing/2014/main" id="{56B260BE-5243-6F44-4572-F0538684E700}"/>
              </a:ext>
            </a:extLst>
          </p:cNvPr>
          <p:cNvSpPr txBox="1"/>
          <p:nvPr/>
        </p:nvSpPr>
        <p:spPr>
          <a:xfrm>
            <a:off x="762000" y="2540000"/>
            <a:ext cx="2743200" cy="95410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>
                <a:latin typeface="Aptos" panose="020B0004020202020204" pitchFamily="34" charset="0"/>
              </a:rPr>
              <a:t>Hamburgefontsiv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>
                <a:latin typeface="Aptos" panose="020B000402020202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1142106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ize__aptos__insets">
            <a:extLst>
              <a:ext uri="{FF2B5EF4-FFF2-40B4-BE49-F238E27FC236}">
                <a16:creationId xmlns:a16="http://schemas.microsoft.com/office/drawing/2014/main" id="{1F560152-4485-BCD9-5871-F7D678192B9C}"/>
              </a:ext>
            </a:extLst>
          </p:cNvPr>
          <p:cNvSpPr txBox="1"/>
          <p:nvPr/>
        </p:nvSpPr>
        <p:spPr>
          <a:xfrm>
            <a:off x="762000" y="2540000"/>
            <a:ext cx="2743200" cy="1343958"/>
          </a:xfrm>
          <a:prstGeom prst="rect">
            <a:avLst/>
          </a:prstGeom>
          <a:noFill/>
        </p:spPr>
        <p:txBody>
          <a:bodyPr vert="horz" wrap="square" lIns="91440" tIns="254000" rIns="91440" bIns="254000" rtlCol="0" anchor="t">
            <a:spAutoFit/>
          </a:bodyPr>
          <a:lstStyle/>
          <a:p>
            <a:r>
              <a:rPr lang="en-US">
                <a:latin typeface="Aptos" panose="020B0004020202020204" pitchFamily="34" charset="0"/>
              </a:rPr>
              <a:t>Hamburgefontsiv</a:t>
            </a:r>
            <a:br>
              <a:rPr lang="en-US">
                <a:latin typeface="Aptos" panose="020B0004020202020204" pitchFamily="34" charset="0"/>
              </a:rPr>
            </a:br>
            <a:r>
              <a:rPr lang="en-US">
                <a:latin typeface="Aptos" panose="020B0004020202020204" pitchFamily="34" charset="0"/>
              </a:rPr>
              <a:t>Hamburgefontsiv</a:t>
            </a:r>
            <a:br>
              <a:rPr lang="en-US">
                <a:latin typeface="Aptos" panose="020B0004020202020204" pitchFamily="34" charset="0"/>
              </a:rPr>
            </a:br>
            <a:r>
              <a:rPr lang="en-US">
                <a:latin typeface="Aptos" panose="020B000402020202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2904330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ize__aptos__softwrap">
            <a:extLst>
              <a:ext uri="{FF2B5EF4-FFF2-40B4-BE49-F238E27FC236}">
                <a16:creationId xmlns:a16="http://schemas.microsoft.com/office/drawing/2014/main" id="{BD658BCB-DA28-68F8-E3E7-2FC17CF75DD9}"/>
              </a:ext>
            </a:extLst>
          </p:cNvPr>
          <p:cNvSpPr txBox="1"/>
          <p:nvPr/>
        </p:nvSpPr>
        <p:spPr>
          <a:xfrm>
            <a:off x="762000" y="2540000"/>
            <a:ext cx="2743200" cy="6463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latin typeface="Aptos" panose="020B0004020202020204" pitchFamily="34" charset="0"/>
              </a:rPr>
              <a:t>The quick brown fox jumps over the lazy dog.</a:t>
            </a:r>
          </a:p>
        </p:txBody>
      </p:sp>
    </p:spTree>
    <p:extLst>
      <p:ext uri="{BB962C8B-B14F-4D97-AF65-F5344CB8AC3E}">
        <p14:creationId xmlns:p14="http://schemas.microsoft.com/office/powerpoint/2010/main" val="3667947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Office PowerPoint</Application>
  <PresentationFormat>Custom</PresentationFormat>
  <Paragraphs>20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Aptos SemiBold</vt:lpstr>
      <vt:lpstr>Arial</vt:lpstr>
      <vt:lpstr>Calibri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2026-06-21T14:09:41Z</dcterms:created>
  <dcterms:modified xsi:type="dcterms:W3CDTF">2026-06-21T14:09:47Z</dcterms:modified>
</cp:coreProperties>
</file>