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360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99B4-D338-74C2-96B2-44F68D68B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743C0F-E611-6FA1-B5F6-9F08445F7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D7E5B-BFBD-D428-A5A4-AB1E97CF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97FE3-1FEB-5CDC-D444-EA4742327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7F193-1C41-8EA6-58E8-1BEE5A66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2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4577-13A2-13EB-6FB0-6BC76EC94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EF112-6C97-98B1-F0F0-6267F21C5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FBDE2-EEB6-C5D0-B491-3F9D94B2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F1EA6-1B3C-0AAC-2EC2-91F0C474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7AA7C-1E06-12D0-D6F7-83F9852F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9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25091-5F45-1501-D189-58CA899BB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28432-3B33-124A-0704-3BEF60D4D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5E388-6CC7-8838-0309-D5292839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205DF-3446-0F5B-F28C-3CD40A77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E6275-1DEC-17A6-130C-5F5EC808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6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47F1F-AD21-6839-927E-34D107BD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981A8-6924-7979-F723-D0B3E783E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2D076-89E1-EED8-E6AD-47CD0ABF4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8C7F5-4DFF-9854-51B4-4CD3B74ED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5ECD3-87D9-8751-2612-771F17FE1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AD00B-86AE-2B33-FF9B-71391060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2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668B-770F-F666-C094-35316429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37E4B-B0D8-2C9F-4BFA-ED8CDF43E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D8716-E4DE-81E0-9D7B-16D21A586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8D693-0309-1C1E-03FB-01595C922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B1123A-76DC-2D07-A8C5-85BC9AE91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64A88E-7450-A912-3EAA-8CF7BA6FE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4BC506-1DB7-2136-D8C6-E745484A2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19816D-39C0-48C0-1C60-EF878134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0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F5A5-C0A2-286A-7F8E-184793A9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CF9E6-7225-0776-AE68-684458FF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60DF1-5D01-4000-9B71-E6CAA21A4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93F5F-59C8-9EB9-803C-48B6F027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8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3C9B8E-2F84-797B-E9F6-D249821A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53D15-62D1-FCD6-DC72-9D600011F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0D1D4-3918-BBA6-F94F-418440B6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1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374FF-7AE0-2A3F-0DE5-CF165A0D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0537D-2C66-7F12-C1E9-B144B038D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292EB-1A1F-AE5C-DDBC-60692511D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B4B62-2873-E7BA-28E9-66AB359B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AC342-7A5D-C47B-DBBB-3E7F1CAB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17060-A923-9B0C-DAB5-72C0EDD2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5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7C48-1EC9-AF1B-A8E4-0440F6A91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EF9595-AC10-A944-2706-962F72189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DDC58-8CE5-49B0-7E50-444BC5C78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CAFB4-3426-FEE0-92C2-E74CFB86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9CD92-D136-54B4-2CC2-26502CA8F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F2770-9C90-42F7-2EAA-5EA07ED3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4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6914-84BF-9DB2-FE95-298A9237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C2C21-9F8C-5513-2DBF-CFBE1CFF2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4B924-3B50-E339-B933-DE4F7C5B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8425C-8B6D-2AAF-900C-0AE17603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61719-4FEF-6398-8AFA-26045582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0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857FC-5884-0890-C3FA-2F1E6E916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C993E-9427-2A3F-0C85-C90D04458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EBDC1-EF54-08BB-0BB1-B10222D63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ED104-AC24-E07C-32A9-6189EECC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08743-8F1A-3B0F-3F7F-7842C083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7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119DA-79C0-2370-9F5D-316108D72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E5667-2B21-167E-CB51-1649B0C4F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413AF-C01A-B149-7C88-26DD7B6D8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0B479-8AD5-4B66-809D-AC73FC80A98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EF718-0CE6-F01C-9BF7-578253F61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D6267-A1FA-347D-DD5E-2F5E13231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B1B0B-ECF7-4A80-9E2F-D993F320C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1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vgPic">
            <a:extLst>
              <a:ext uri="{FF2B5EF4-FFF2-40B4-BE49-F238E27FC236}">
                <a16:creationId xmlns:a16="http://schemas.microsoft.com/office/drawing/2014/main" id="{1D49C8D6-D3B4-ED40-7161-56653A3714F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000" y="508000"/>
            <a:ext cx="1524000" cy="1524000"/>
          </a:xfrm>
          <a:prstGeom prst="rect">
            <a:avLst/>
          </a:prstGeom>
        </p:spPr>
      </p:pic>
      <p:pic>
        <p:nvPicPr>
          <p:cNvPr id="5" name="CroppedPic" descr="A cropped stopwatch photo">
            <a:extLst>
              <a:ext uri="{FF2B5EF4-FFF2-40B4-BE49-F238E27FC236}">
                <a16:creationId xmlns:a16="http://schemas.microsoft.com/office/drawing/2014/main" id="{1CD6CBC1-68A2-A93C-25BC-4BF6F3FE6E6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6" t="27778" r="20833" b="13889"/>
          <a:stretch>
            <a:fillRect/>
          </a:stretch>
        </p:blipFill>
        <p:spPr>
          <a:xfrm>
            <a:off x="4423822" y="1195911"/>
            <a:ext cx="1238271" cy="1444632"/>
          </a:xfrm>
          <a:prstGeom prst="rect">
            <a:avLst/>
          </a:prstGeom>
        </p:spPr>
      </p:pic>
      <p:sp>
        <p:nvSpPr>
          <p:cNvPr id="6" name="DecoRect">
            <a:extLst>
              <a:ext uri="{FF2B5EF4-FFF2-40B4-BE49-F238E27FC236}">
                <a16:creationId xmlns:a16="http://schemas.microsoft.com/office/drawing/2014/main" id="{5808D7DE-00D5-D107-0B59-58FAB624D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8000" y="4064000"/>
            <a:ext cx="2032000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escRect" descr="A described rectangle">
            <a:extLst>
              <a:ext uri="{FF2B5EF4-FFF2-40B4-BE49-F238E27FC236}">
                <a16:creationId xmlns:a16="http://schemas.microsoft.com/office/drawing/2014/main" id="{5A641AFF-BB57-585D-5BEA-405209EFDBF5}"/>
              </a:ext>
            </a:extLst>
          </p:cNvPr>
          <p:cNvSpPr/>
          <p:nvPr/>
        </p:nvSpPr>
        <p:spPr>
          <a:xfrm>
            <a:off x="3048000" y="4064000"/>
            <a:ext cx="2032000" cy="1143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4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2026-07-24T07:13:28Z</dcterms:created>
  <dcterms:modified xsi:type="dcterms:W3CDTF">2026-07-24T07:13:29Z</dcterms:modified>
</cp:coreProperties>
</file>