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CD8C6-D55B-A15A-C630-CB52C801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9CEEC-6BE6-2B2A-B383-9025CEBEC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99AB5-7129-BEDC-DC80-813C43516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274D-609A-4ED8-B47B-49B9A22669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01620-E214-C5B6-903B-B2E9914C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BA46C-D60A-844D-BCC8-6E0B7C50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1604-C474-480B-A7F9-7F1F8F60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31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2E19-F8D5-D9F6-800E-ADFB9732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A4558-BCD0-276B-4FBB-3400E7E6F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18C62-E8BA-C702-F349-7A01A905C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274D-609A-4ED8-B47B-49B9A22669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0DA25-E49E-F213-B448-FF980CE02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7C627-9501-1637-BAE2-0296FF353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1604-C474-480B-A7F9-7F1F8F60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57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E604-149C-F3C8-F77A-7F2A8EA29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0AA30-BEA1-0FDC-4B3C-4B7E6BD1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D7F5B-D367-D7E9-A069-4F242B0F0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274D-609A-4ED8-B47B-49B9A22669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6CAE1-B117-FC78-E630-45F1A4270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17460-C443-6B30-DED5-E80B7282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1604-C474-480B-A7F9-7F1F8F60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676C-1F4F-4D7E-C57C-5E5496F9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C0C50-D126-2E56-7213-EB0198E2B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93944-5445-BD92-7BFA-45E57D3E3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8883E-4D60-8BA8-9BE3-7F265C868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274D-609A-4ED8-B47B-49B9A22669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A9CA4-3301-F319-042A-C47B7C4E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B7642-81C8-EAEF-8115-6469CCBC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1604-C474-480B-A7F9-7F1F8F60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5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9D60-11B5-6978-5BB7-60855831F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D121A-AB98-4A67-51E5-35E376CF4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6EF58-C74D-E11E-711F-3085E1294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5C5AB6-FFD3-BB48-F274-59172BD4A3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4F0D69-5B55-B455-AB69-79C85797D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A5BE3-06F3-1170-F7B9-794A7D48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274D-609A-4ED8-B47B-49B9A22669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AAF54-444F-150A-925D-27C130B4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EF52D7-C2EC-35BC-FF35-60C638AD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1604-C474-480B-A7F9-7F1F8F60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05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79D9-46D4-78CA-A9C4-2F9596AE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72777-FBF4-76F5-2BDC-58D846C5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274D-609A-4ED8-B47B-49B9A22669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64BC6-63B7-A906-0B71-0BB9E3D7F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141010-4856-C0AF-8E31-EA7AB2F1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1604-C474-480B-A7F9-7F1F8F60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6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E9F86C-6213-9BF3-3B53-1B06DA37C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274D-609A-4ED8-B47B-49B9A22669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CE2BC-6BC4-09B5-5DA1-8876C644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79BB1-9378-754E-6EFC-2FD588E0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1604-C474-480B-A7F9-7F1F8F60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9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01481-CA40-0C81-6760-92990626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E4A30-5F4E-DEA0-8FE6-F48DE6232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FA79-9EFE-71F1-4B99-09887CFE3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CE70-4ECF-495E-7FBA-9E565D592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274D-609A-4ED8-B47B-49B9A22669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3B8BE-9309-CF36-F964-DACC1A4E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4A1A0-5991-EC02-B523-C5D9BD37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1604-C474-480B-A7F9-7F1F8F60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65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16FBA-55BC-8071-7CC4-A14A30624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96125-519A-4D9D-CA94-AF640B08E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9385B-3597-37F9-A4EB-734F47867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E48E9-177A-01F9-D995-EC7D839D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274D-609A-4ED8-B47B-49B9A22669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4D4F9-17C1-FB6A-EA77-C10ED07A9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16AD3-7BB6-0767-5F0D-FF82700C2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1604-C474-480B-A7F9-7F1F8F60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95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C4327-0AE7-5D7A-99DE-C1F1C5833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8D501-376D-794E-7AAC-EFA646EE5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569D9-CE7D-CB86-B8F6-1638A522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274D-609A-4ED8-B47B-49B9A22669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560DA-6317-666E-A7C7-FD03FFBBD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051A4-B375-A804-2911-6B08EE1A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1604-C474-480B-A7F9-7F1F8F60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7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972BF5-6A30-2464-970A-5068390E9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68CBE-096A-E3A6-BB0C-84C028D30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26A0-D713-4450-8256-5393F599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274D-609A-4ED8-B47B-49B9A22669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74FE1-3DDA-2265-BB2D-3E58F7FF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2ADD3-7384-A01D-7C7D-2A54984B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1604-C474-480B-A7F9-7F1F8F60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4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2B7D1-7BE5-92DD-AFD7-0FDC7D232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E94CE-B752-31D3-9F08-5DFED1DBF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ECD70-4BBF-F6B5-483D-F2E9E5CC9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9274D-609A-4ED8-B47B-49B9A22669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24AAA-2B5A-75EA-7673-DAE022AD4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0DBDC-DFC4-C9DD-A3D9-95C5C2D0F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D1604-C474-480B-A7F9-7F1F8F60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7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file:///C:\Users\Public\online-video-sample.mp4" TargetMode="External"/><Relationship Id="rId1" Type="http://schemas.microsoft.com/office/2007/relationships/media" Target="file:///C:\Users\Public\online-video-sample.mp4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-video">
            <a:hlinkClick r:id="" action="ppaction://media"/>
            <a:extLst>
              <a:ext uri="{FF2B5EF4-FFF2-40B4-BE49-F238E27FC236}">
                <a16:creationId xmlns:a16="http://schemas.microsoft.com/office/drawing/2014/main" id="{4B227EFA-08F4-5759-DCDC-F3E410E0B64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86000" y="15240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0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2026-06-24T10:17:14Z</dcterms:created>
  <dcterms:modified xsi:type="dcterms:W3CDTF">2026-06-24T10:17:17Z</dcterms:modified>
</cp:coreProperties>
</file>