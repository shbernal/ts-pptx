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80A7-24B5-A074-5FAF-095F3EB1C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DE3BD-8428-64C8-24E4-8A8C766E9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F5FC6-8E17-AD51-EDE9-96A8B9C1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D92A3-E678-0938-8416-4AF957DB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DA4BB-82C7-BF71-CF01-86AE707F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2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24C3-1F33-ECD5-7413-C78D2501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1C3F2-5B91-E7BF-A408-2B6B573EA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BAE64-A5F4-F6B6-DD3F-67EB3FF6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95960-F6B2-762F-686A-EB2F5B3C6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80776-C70A-18CD-15CE-A3214E6F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38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D989-394F-FCC8-958A-6D259CDE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CD960-BDC7-46E8-385B-EBEA1C7BA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8F11F-581E-C839-0678-127BFEE4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ABBAE-0C40-1455-EA5B-C664FA66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EBC57-7DD1-6EEA-72D1-36C86B4A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4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2C75-091A-843B-07CA-31355D88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80397-01C8-EC28-FB6E-02F48F876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14539-5F0D-8F89-0910-3BF638C7C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9CE8A-D9A7-07AD-5948-6BADDAB1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736E1-D9FC-42CB-15A2-765D6EC3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FE9A5-7CF6-82BE-17D9-97705EDB6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1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4BAF-666A-5AD3-9038-68005A3C4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C4276-980D-6804-66CD-499896CFA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9C147-87F0-C264-8251-B04ED8A75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CCF85-4A14-1DF0-061C-0EF1B7F84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EB78D-9CF7-9820-800B-B0593FE6C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A98C5-9CEF-9C25-8923-D8CD7DC1D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34653-ADCC-0686-45E5-C93038BB6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E8D02-F25F-658A-0B64-5AB1A077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4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33AF-C866-460D-0D27-F8BC12C1E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3BB29-959B-2711-105F-A2EDB1FB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74E28-3E00-813D-8FD3-3C7BF25B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07869-2AD3-D68A-EAB0-A685AB62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7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50064-AD6C-76F5-9AA2-6C9CD8A4B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6368F-F357-4F09-A66E-56F6E4D1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EE090-7388-CCFB-3598-9DE98F07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8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7546-0EEF-2180-70A1-0216FFB0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01075-AAC1-945E-A634-0AE87E73F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CD649-0588-EB08-F8DA-BD692B01A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EA92C-D341-5CEA-5D47-B911C5A4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A40E3-2E0C-1D22-F20B-0604A7B2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760A1-DCAD-2FD9-C81E-7372567C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2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5553-1DC8-85CF-7378-CB674DCD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83A89F-A625-9022-423B-CA9352E5C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5E7F2-FCE9-2496-678B-31A76098D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B2220-5389-2DB6-7442-0BFC45A9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6DC8D-EB11-52B5-1224-F9D9EBA3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4F514-43D9-AF95-2927-0527E01C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9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6367-44A3-F481-AA51-5EE34EC1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367B3-E59B-EB3E-2A4D-D1EB0CA02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5A7E9-315F-572F-D011-001B6058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E3A2C-687F-5510-6058-FCA08A189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4F489-5704-AA2B-1B9D-EB370820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6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F363B-2B0F-1BE2-2E14-4043654CF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23BA1-F06B-B9EF-452A-B5FF41C94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9493E-04BC-9683-5D6B-A1A6070E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4951A-EEA4-5C51-B784-BD7573C9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144E6-1B18-4DB4-0C21-FE5CB217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0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7B2821-8520-E32F-B142-2ADD932D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2F886-D32A-BA1D-2DFA-BA2E212F9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4A187-98C1-416F-863F-DA350A0FE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B8BBE-9F47-4341-A137-F2D770E7AC6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0B7F3-10F2-DF41-76A8-58FA75F49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638A9-F513-A4B9-2B0C-AF428CD75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59FC1-ABFA-44B7-8B11-D9667898E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6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HorzOverflowTable">
            <a:extLst>
              <a:ext uri="{FF2B5EF4-FFF2-40B4-BE49-F238E27FC236}">
                <a16:creationId xmlns:a16="http://schemas.microsoft.com/office/drawing/2014/main" id="{6E959F25-1A0E-DEF6-8B26-9BF91B699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90878"/>
              </p:ext>
            </p:extLst>
          </p:nvPr>
        </p:nvGraphicFramePr>
        <p:xfrm>
          <a:off x="762000" y="2540000"/>
          <a:ext cx="1016000" cy="127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8503011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512883744"/>
                    </a:ext>
                  </a:extLst>
                </a:gridCol>
              </a:tblGrid>
              <a:tr h="1270000">
                <a:tc>
                  <a:txBody>
                    <a:bodyPr/>
                    <a:lstStyle/>
                    <a:p>
                      <a:r>
                        <a:rPr lang="en-US" sz="6000"/>
                        <a:t>M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r>
                        <a:rPr lang="en-US" sz="600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14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29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2026-07-31T16:44:22Z</dcterms:created>
  <dcterms:modified xsi:type="dcterms:W3CDTF">2026-07-31T16:44:31Z</dcterms:modified>
</cp:coreProperties>
</file>