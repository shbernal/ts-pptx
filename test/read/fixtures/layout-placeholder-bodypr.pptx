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B9B44-3603-296D-A769-54F9147ABB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5724B3-BF03-684E-DAA5-433CBBA02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F707C-6E58-481E-919E-3A75CCFA2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2BD8-504D-4FBB-945C-61259DF8BC4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6F5B1-33CE-86F3-6DDD-1E463D1AC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CDDC2-49EC-CA6F-7F5C-3BEE8DDBA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C6ED-1BE2-42F8-A20E-39ACD4441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27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racle-title-ph">
            <a:extLst>
              <a:ext uri="{FF2B5EF4-FFF2-40B4-BE49-F238E27FC236}">
                <a16:creationId xmlns:a16="http://schemas.microsoft.com/office/drawing/2014/main" id="{0A329951-F991-6D15-4389-3A99DB609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228600" tIns="114300" rIns="228600" bIns="114300"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oracle-body-ph">
            <a:extLst>
              <a:ext uri="{FF2B5EF4-FFF2-40B4-BE49-F238E27FC236}">
                <a16:creationId xmlns:a16="http://schemas.microsoft.com/office/drawing/2014/main" id="{3E891FA2-0972-AF22-AA0D-2FA25EB0F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04800" tIns="190500" rIns="152400" bIns="7620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46C11-D073-75D9-5FA9-4DAB7F304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2BD8-504D-4FBB-945C-61259DF8BC4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A086E-68B5-8BA0-7AB4-D071E92C0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5E0E0-FEF0-A989-07D0-192156F5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C6ED-1BE2-42F8-A20E-39ACD4441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7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D6701-165D-037A-F2A8-20D5863D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4E13E9-3CBD-F8B6-5DF5-3241EB830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8A89F-4957-96EC-3933-99F36AB3B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2BD8-504D-4FBB-945C-61259DF8BC4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4BFD4-1430-66EE-5F9D-2FAB8D66E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DD234-07FF-1E9D-248B-F785FEC23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C6ED-1BE2-42F8-A20E-39ACD4441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39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A828-A9D1-A0AE-36EF-5C56D71FC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A8C55-004A-4A9A-0219-045F01000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54F536-0E9F-240A-522E-FD768B8F6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5A14D-102B-E2A9-2198-816DC5D8F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2BD8-504D-4FBB-945C-61259DF8BC4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5E6009-4E92-4F46-7585-958F2F60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C093F-F930-37D8-53F9-EC7A40ED9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C6ED-1BE2-42F8-A20E-39ACD4441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89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86FCE-39A8-32DA-3FFF-E1A45F9EB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66A176-1457-6A88-A7A5-67F656882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44FFE7-5588-ACC4-0F08-8891D7275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3A6D59-C6BF-A210-C221-D1C76D1A8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562236-456D-7DA2-AC22-10244B0F96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5585CD-1164-31B3-BAAF-4020D13B0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2BD8-504D-4FBB-945C-61259DF8BC4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3D957B-EF94-D9C1-D35F-022E66E88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265814-E1E5-0DAF-D66B-EF123C7C4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C6ED-1BE2-42F8-A20E-39ACD4441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610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8F45A-76D8-E54E-B67A-F804C7030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F8B9E4-19C3-B8E6-CFA3-D2C9BC70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2BD8-504D-4FBB-945C-61259DF8BC4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9C91DC-3243-C41B-E589-FC9FD939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92E15-E216-9BEB-F320-FDB5C0FCE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C6ED-1BE2-42F8-A20E-39ACD4441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07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9D05B6-B890-0616-C372-9F684F136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2BD8-504D-4FBB-945C-61259DF8BC4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A2BF33-F01D-5F50-95E8-5D8B8A3A1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4E04C-3CB8-741C-00A6-2524941CF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C6ED-1BE2-42F8-A20E-39ACD4441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19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FB2FA-A71C-E374-9416-D1106941E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71B35-4DB8-CDDB-F67F-AD165C278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3EFAD0-8C3B-13E6-5CD4-558B56671F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0DAA9-935F-F931-A4E6-7554D95B0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2BD8-504D-4FBB-945C-61259DF8BC4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F86D9F-74B4-4393-96B8-D2BCBCEEC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DA368E-A69C-F1AA-1847-34310BC72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C6ED-1BE2-42F8-A20E-39ACD4441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898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D488A-1847-288F-A412-E073CB031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87118A-C3BF-7423-31CE-58B46A3645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325F8-B7DB-6653-E01A-FCD872A50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FC323-9F42-C485-DFE1-B6D89836C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2BD8-504D-4FBB-945C-61259DF8BC4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DAD11-30BC-3C92-8DF5-380AF1180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FE828-06AE-0027-1EBD-3AA6FF2F1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C6ED-1BE2-42F8-A20E-39ACD4441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012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7E7A0-272C-67AF-632F-CF02B67CC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4DB4ED-4309-00FA-2EB9-011B40EE4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83492-EA3F-44BB-39A4-1B9A0431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2BD8-504D-4FBB-945C-61259DF8BC4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09E30-B2FF-A894-9DCA-CC713C1D7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0CB280-DE61-4912-181B-B49A0F5F2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C6ED-1BE2-42F8-A20E-39ACD4441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128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714B8-7CDF-6878-F4AF-F6410F384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47ABDF-B276-7131-C04D-3D6B9B6FB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DD4DD-7453-0C12-8CBE-222A07891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82BD8-504D-4FBB-945C-61259DF8BC4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E4B8B-DB26-0ADE-DC64-C950442BE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7E1BE-0DA5-A392-C104-21626BC12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DEC6ED-1BE2-42F8-A20E-39ACD4441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66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DECEB1-B6B1-5FFC-AE97-D603295DE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9BDE0-61DF-766F-0736-2326A956C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56918-9F32-0AE3-819A-9A076934A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282BD8-504D-4FBB-945C-61259DF8BC40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133D5-911C-BCF9-C817-3CE071FAF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3726A-1402-B731-AFD2-BDEEBA482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DEC6ED-1BE2-42F8-A20E-39ACD44413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238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3E336-89BE-5B0C-CB25-B4F2C470E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Bottom-anchored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6D413-C607-3006-A6ED-779A9F273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Middle-anchored body</a:t>
            </a:r>
          </a:p>
        </p:txBody>
      </p:sp>
    </p:spTree>
    <p:extLst>
      <p:ext uri="{BB962C8B-B14F-4D97-AF65-F5344CB8AC3E}">
        <p14:creationId xmlns:p14="http://schemas.microsoft.com/office/powerpoint/2010/main" val="2140805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Bottom-anchored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2026-06-19T09:36:12Z</dcterms:created>
  <dcterms:modified xsi:type="dcterms:W3CDTF">2026-06-19T09:36:15Z</dcterms:modified>
</cp:coreProperties>
</file>