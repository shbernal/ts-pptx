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858BE-AB8E-8D5F-089C-029B92052F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004CC4-4AD8-196F-9EA3-B5401D6713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DA4FF1-E922-7110-3D62-1C41D6FA9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5866A-50BE-4E4C-B87B-E85429617406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C4A4F8-E635-CABF-B74E-60C58CDB9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D51BE6-3EDD-FDA4-96A9-91A604C25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BA3EA-DA1C-46AD-B98B-765F4EA89C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9056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E9D6C-4A92-6EEC-67C8-DF613DB3E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D7E9D9-012E-EAE9-B09F-7101869E84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0C2955-AA4A-6142-DFB9-A5674B994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5866A-50BE-4E4C-B87B-E85429617406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F7B89A-B94A-77B9-A724-716C22C8A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66844A-3D43-CC1D-40BB-AF991207F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BA3EA-DA1C-46AD-B98B-765F4EA89C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4547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6450B-A85C-18C5-5161-DF85DF0E2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B2B7F7-3714-E13A-93BD-82838157F6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075224-3C57-F91B-3928-8B54DF793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5866A-50BE-4E4C-B87B-E85429617406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2959FC-31FD-694F-7B3E-2BA9BD431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EB92D0-9268-1338-DF3A-9AE033894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BA3EA-DA1C-46AD-B98B-765F4EA89C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1150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FAD2A-B998-DBDE-7B23-E2EA98259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C995FA-0BBE-4426-F7A3-6457755B5C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FF6A3E-4B67-D7A1-1921-B84161FA9F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DC929B-ED97-B466-AF3B-5E300E142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5866A-50BE-4E4C-B87B-E85429617406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88D317-3811-929E-CF94-12337EAB0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2BD7C7-424F-A0C6-67E9-7196EBF9A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BA3EA-DA1C-46AD-B98B-765F4EA89C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438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9563A-DF79-4A16-93EF-B88392113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8C152D-A10F-FBDA-34DC-58034C89DF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FD1AAE-6329-02E1-6E94-2C7E4980A2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472367-B1D6-966B-3141-712CCEFDC6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801A9-F054-3A7B-E008-1FD5F5E049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234F40-720B-DA45-42ED-E31FBCBBD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5866A-50BE-4E4C-B87B-E85429617406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CAA237-9B47-AEE9-C3EB-AACB41E50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FFCC9A-D58D-EDC6-9991-D74521ED8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BA3EA-DA1C-46AD-B98B-765F4EA89C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788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E6246-8919-62DB-339D-08947DB4E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E9DA53-E225-A5A2-784F-FA02C6D7D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5866A-50BE-4E4C-B87B-E85429617406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DBF60D-8B5E-56F6-BF98-40F26ADDB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5778B2-C1B6-E8CA-8B72-99E316759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BA3EA-DA1C-46AD-B98B-765F4EA89C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632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86A4D7-7498-BB07-3095-0B8FA5162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5866A-50BE-4E4C-B87B-E85429617406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FBCFB6-EA79-90DF-5A9A-0A174A259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296792-27BB-D1D9-2BAE-95FF5818D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BA3EA-DA1C-46AD-B98B-765F4EA89C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4625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B8AFC-03C1-2CFA-A36A-6C53338E2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9C37D-E29E-A4B9-8068-9D3658E391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D8C7F1-F963-F24C-254E-9A3EC52B61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B9C8F0-6DC5-872B-25C0-6AB1DBF1C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5866A-50BE-4E4C-B87B-E85429617406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EACCBA-EBB5-11A3-6D6A-6775677F1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E9D095-CBAD-8F8B-6B3F-7AD0F14F6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BA3EA-DA1C-46AD-B98B-765F4EA89C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8698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AF6DA-B98A-3E9F-BFE4-629DCC83C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B2D2B27-CAA6-A5A5-FADB-DE2D10B392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CA1367-7EDA-BCEF-A148-6E651036C7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13D45B-0CE7-68CB-EEBE-D898A5087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5866A-50BE-4E4C-B87B-E85429617406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D87A7E-7CEC-4243-6BFC-D5C727BD3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7662F0-CB78-DBD8-BD8B-AB2A1CFB5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BA3EA-DA1C-46AD-B98B-765F4EA89C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614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AB448-9889-FFAC-9694-5B58C3A5A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AB02D4-5949-A228-A6AE-7E6EC9BD09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79D160-6708-4FB4-42C2-283F7CCBF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5866A-50BE-4E4C-B87B-E85429617406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391963-BB47-051D-68A9-FDCAF3DDB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9F6F11-94D0-AA94-091D-E8CFB2342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BA3EA-DA1C-46AD-B98B-765F4EA89C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3630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9F4281-7558-E5D5-0FB1-39DBF4902E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F572B1-E5AA-3CAC-4055-3E77CFE9B5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58F280-B61B-0913-7D7E-77BCC6B8B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5866A-50BE-4E4C-B87B-E85429617406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61F088-7EB4-FA50-81BB-09C2F7739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F468D7-FC1D-D35E-731F-A33B7F1EF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BA3EA-DA1C-46AD-B98B-765F4EA89C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5097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DF518A-018F-B621-0F17-C67F13A87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FF2B46-0FBE-DF8A-5DA9-4DB6A85D08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19BED1-72CF-3DF3-4038-EDA885542A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15866A-50BE-4E4C-B87B-E85429617406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E13C1F-5F63-4032-5AE4-E723659663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989457-E7A1-7A97-F70E-48BAA6E55C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DBA3EA-DA1C-46AD-B98B-765F4EA89C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004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inBox">
            <a:extLst>
              <a:ext uri="{FF2B5EF4-FFF2-40B4-BE49-F238E27FC236}">
                <a16:creationId xmlns:a16="http://schemas.microsoft.com/office/drawing/2014/main" id="{F44BAE06-F298-F57D-309F-CF489FF1C174}"/>
              </a:ext>
            </a:extLst>
          </p:cNvPr>
          <p:cNvSpPr txBox="1"/>
          <p:nvPr/>
        </p:nvSpPr>
        <p:spPr>
          <a:xfrm>
            <a:off x="762000" y="762000"/>
            <a:ext cx="4572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Plain default text</a:t>
            </a:r>
          </a:p>
        </p:txBody>
      </p:sp>
      <p:sp>
        <p:nvSpPr>
          <p:cNvPr id="3" name="StyledRect">
            <a:extLst>
              <a:ext uri="{FF2B5EF4-FFF2-40B4-BE49-F238E27FC236}">
                <a16:creationId xmlns:a16="http://schemas.microsoft.com/office/drawing/2014/main" id="{3F15F353-0D51-44D6-DB60-D136D8B37CBB}"/>
              </a:ext>
            </a:extLst>
          </p:cNvPr>
          <p:cNvSpPr/>
          <p:nvPr/>
        </p:nvSpPr>
        <p:spPr>
          <a:xfrm>
            <a:off x="762000" y="2286000"/>
            <a:ext cx="4572000" cy="1143000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Styled rect text</a:t>
            </a:r>
          </a:p>
        </p:txBody>
      </p:sp>
    </p:spTree>
    <p:extLst>
      <p:ext uri="{BB962C8B-B14F-4D97-AF65-F5344CB8AC3E}">
        <p14:creationId xmlns:p14="http://schemas.microsoft.com/office/powerpoint/2010/main" val="35339474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HERNÁNDEZ BERNAL Santiago</dc:creator>
  <cp:lastModifiedBy>HERNÁNDEZ BERNAL Santiago</cp:lastModifiedBy>
  <cp:revision>1</cp:revision>
  <dcterms:created xsi:type="dcterms:W3CDTF">2026-07-24T07:41:32Z</dcterms:created>
  <dcterms:modified xsi:type="dcterms:W3CDTF">2026-07-24T07:41:32Z</dcterms:modified>
</cp:coreProperties>
</file>