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52A6-C1F2-7B3C-29DF-04853E4C6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4181F-096B-A3ED-26EC-A89417697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EC63-69ED-933E-2707-C8725FF8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D026C-18DA-43BD-2570-96D25B08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8395-A0F3-1D03-5DA7-629CEC0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9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1F0D-06D6-8AD7-B02E-E263032F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0179-1557-0B80-4086-E71C51A4A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EDC0-A7A0-2497-0FDD-06AAC2A6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BBBD-F933-7320-F5A7-D3AB0217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21D79-B352-C302-9EB7-885CC869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0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1AD5-8AED-9A9C-F283-5D924B9D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3B512-EB99-4937-87D2-C56E8FEAD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F1FC3-F3B8-DD8F-9EA4-3AF5D3BA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075F-40C1-D385-2CC6-BACC082D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6D966-9BA9-7C7F-2ECD-1E73F6F8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5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CB2D-81BE-D005-12F1-1EFB5477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90A0-3E5F-0C32-D224-CD5EB345B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70CBC-584F-8E27-3B6B-7365D2A7E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986D9-3BCD-D0A9-6B19-BE4E2AAD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F871C-34B3-2CB3-4BF2-47787DBB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9737-BC28-5079-F7F1-4E7BEB3F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8776-11A7-13D9-553A-4703BD3F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BB92E-F149-81A3-9F4D-F4140CE91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D9B3B-8DBE-A748-E529-B5B15FB0E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8FB720-D1E9-C140-8BA4-94F866255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A75AB-F62E-2590-BB12-EC611A974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C3D74-F512-99B8-5FBC-0DADBB4F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AA051-4968-1A9E-639A-C69BF3CE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F83A8-031D-ADA0-6C63-D4B1575E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1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5B97-9F3F-E61C-2F50-0E89FBF6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1568D-B036-19A6-E9C5-C0EEBC9A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3111D-BE95-2873-9F8A-4CB14CC3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AC5CE-9F18-9A1E-35C7-9D439760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0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19223-05BB-9828-326E-DA2ADBE6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E6F9F-D255-F95F-EF39-7B363D67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55ED1-3246-3220-8D43-01BB9721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9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7679-107F-DE28-A720-C1F1028B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5748-C925-4E92-7083-281C5195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4D534-ADF0-F6A6-6CB5-EA3426CF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BB0CE-7137-C6C0-A3B6-210D7DEB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59AF8-E25B-D77A-15BA-8480B7BC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E3E3E-B7CD-2241-D921-42B49A78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1185-DAAD-CF4D-37BC-5258480A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8F65A-1C9E-96CB-B849-85193AE74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78040-712A-EBFD-6919-E3E796DAB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FBD6B-493E-B87A-DCA0-E7E8D3A6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2B9EB-E7C2-77A4-078E-C1FDDA0F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D6803-AD5A-7559-BC0E-C4FBCA09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3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54E6-4EC9-6F32-1BA1-98FCB0F7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9C512-7079-18D7-C54F-6FD3696EC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39A96-4646-EF71-711E-37B4C024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722B2-F62C-61BE-9D9C-8BF4A3BF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61EF-82F7-C74E-0CDD-CEB9C0AE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9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58493-FE9A-3AC2-7D91-DB743E2E2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21855-78FD-C73B-4E09-B6064B426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BD75B-9CC4-0250-C4AD-450111D4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866AC-3AF9-30A2-2A07-57CD38FA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77315-8777-CA9F-A51E-33E7881E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8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691CA-B78A-4A5C-1F7C-E84550BA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5853F-3AB3-C143-55DF-89B425549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16D8-64C3-C4ED-DC80-46267D980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84958-4CBE-4B29-A1B2-F29E44EC6F8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09A18-E3F9-21E7-78E9-BA28BC72B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FADB-7E74-682E-7F9E-05DBC328C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AD158-E0F7-4669-BF8D-2E67A26A6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5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r-fadeIn">
            <a:extLst>
              <a:ext uri="{FF2B5EF4-FFF2-40B4-BE49-F238E27FC236}">
                <a16:creationId xmlns:a16="http://schemas.microsoft.com/office/drawing/2014/main" id="{1657F3A4-23E1-2143-50FE-F8CD94D0536B}"/>
              </a:ext>
            </a:extLst>
          </p:cNvPr>
          <p:cNvSpPr txBox="1"/>
          <p:nvPr/>
        </p:nvSpPr>
        <p:spPr>
          <a:xfrm>
            <a:off x="1524000" y="254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fade in</a:t>
            </a:r>
          </a:p>
        </p:txBody>
      </p:sp>
      <p:sp>
        <p:nvSpPr>
          <p:cNvPr id="3" name="entr-flyIn">
            <a:extLst>
              <a:ext uri="{FF2B5EF4-FFF2-40B4-BE49-F238E27FC236}">
                <a16:creationId xmlns:a16="http://schemas.microsoft.com/office/drawing/2014/main" id="{FE3CE774-BB5E-5E21-DF61-863A70A49725}"/>
              </a:ext>
            </a:extLst>
          </p:cNvPr>
          <p:cNvSpPr txBox="1"/>
          <p:nvPr/>
        </p:nvSpPr>
        <p:spPr>
          <a:xfrm>
            <a:off x="1524000" y="1016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fly in</a:t>
            </a:r>
          </a:p>
        </p:txBody>
      </p:sp>
      <p:sp>
        <p:nvSpPr>
          <p:cNvPr id="4" name="entr-appear">
            <a:extLst>
              <a:ext uri="{FF2B5EF4-FFF2-40B4-BE49-F238E27FC236}">
                <a16:creationId xmlns:a16="http://schemas.microsoft.com/office/drawing/2014/main" id="{5D8E0D0B-88C8-B4A2-706E-196A2AA74CB2}"/>
              </a:ext>
            </a:extLst>
          </p:cNvPr>
          <p:cNvSpPr txBox="1"/>
          <p:nvPr/>
        </p:nvSpPr>
        <p:spPr>
          <a:xfrm>
            <a:off x="1524000" y="1778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appear</a:t>
            </a:r>
          </a:p>
        </p:txBody>
      </p:sp>
      <p:sp>
        <p:nvSpPr>
          <p:cNvPr id="5" name="entr-wipe">
            <a:extLst>
              <a:ext uri="{FF2B5EF4-FFF2-40B4-BE49-F238E27FC236}">
                <a16:creationId xmlns:a16="http://schemas.microsoft.com/office/drawing/2014/main" id="{8280B002-1BCB-FDAF-D2DF-AA28FF002413}"/>
              </a:ext>
            </a:extLst>
          </p:cNvPr>
          <p:cNvSpPr txBox="1"/>
          <p:nvPr/>
        </p:nvSpPr>
        <p:spPr>
          <a:xfrm>
            <a:off x="1524000" y="2540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Entrance: wipe</a:t>
            </a:r>
          </a:p>
        </p:txBody>
      </p:sp>
      <p:sp>
        <p:nvSpPr>
          <p:cNvPr id="6" name="emph-grow">
            <a:extLst>
              <a:ext uri="{FF2B5EF4-FFF2-40B4-BE49-F238E27FC236}">
                <a16:creationId xmlns:a16="http://schemas.microsoft.com/office/drawing/2014/main" id="{1DF0AB85-74A5-CDF6-17DE-05C668988292}"/>
              </a:ext>
            </a:extLst>
          </p:cNvPr>
          <p:cNvSpPr txBox="1"/>
          <p:nvPr/>
        </p:nvSpPr>
        <p:spPr>
          <a:xfrm>
            <a:off x="1524000" y="3302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Emphasis: grow/shrink</a:t>
            </a:r>
          </a:p>
        </p:txBody>
      </p:sp>
      <p:sp>
        <p:nvSpPr>
          <p:cNvPr id="7" name="emph-spin">
            <a:extLst>
              <a:ext uri="{FF2B5EF4-FFF2-40B4-BE49-F238E27FC236}">
                <a16:creationId xmlns:a16="http://schemas.microsoft.com/office/drawing/2014/main" id="{ECFA9155-8D95-5067-D44B-0AEF95D763BF}"/>
              </a:ext>
            </a:extLst>
          </p:cNvPr>
          <p:cNvSpPr txBox="1"/>
          <p:nvPr/>
        </p:nvSpPr>
        <p:spPr>
          <a:xfrm>
            <a:off x="1524000" y="4064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Emphasis: spin</a:t>
            </a:r>
          </a:p>
        </p:txBody>
      </p:sp>
      <p:sp>
        <p:nvSpPr>
          <p:cNvPr id="8" name="exit-fadeOut">
            <a:extLst>
              <a:ext uri="{FF2B5EF4-FFF2-40B4-BE49-F238E27FC236}">
                <a16:creationId xmlns:a16="http://schemas.microsoft.com/office/drawing/2014/main" id="{76774469-D147-1AF0-66CC-CD7EEF09F260}"/>
              </a:ext>
            </a:extLst>
          </p:cNvPr>
          <p:cNvSpPr txBox="1"/>
          <p:nvPr/>
        </p:nvSpPr>
        <p:spPr>
          <a:xfrm>
            <a:off x="1524000" y="4826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Exit: fade out</a:t>
            </a:r>
          </a:p>
        </p:txBody>
      </p:sp>
      <p:sp>
        <p:nvSpPr>
          <p:cNvPr id="9" name="exit-flyOut">
            <a:extLst>
              <a:ext uri="{FF2B5EF4-FFF2-40B4-BE49-F238E27FC236}">
                <a16:creationId xmlns:a16="http://schemas.microsoft.com/office/drawing/2014/main" id="{4D8EB63E-1E45-2FE9-2F56-D6652BDD4157}"/>
              </a:ext>
            </a:extLst>
          </p:cNvPr>
          <p:cNvSpPr txBox="1"/>
          <p:nvPr/>
        </p:nvSpPr>
        <p:spPr>
          <a:xfrm>
            <a:off x="1524000" y="5588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Exit: fly out</a:t>
            </a:r>
          </a:p>
        </p:txBody>
      </p:sp>
    </p:spTree>
    <p:extLst>
      <p:ext uri="{BB962C8B-B14F-4D97-AF65-F5344CB8AC3E}">
        <p14:creationId xmlns:p14="http://schemas.microsoft.com/office/powerpoint/2010/main" val="62602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2026-06-26T09:39:11Z</dcterms:created>
  <dcterms:modified xsi:type="dcterms:W3CDTF">2026-06-26T09:39:16Z</dcterms:modified>
</cp:coreProperties>
</file>