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-4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BC7BCA-E548-435E-A6EB-7F2C8A6E9F1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07695B-B021-436D-B95E-35613298A95D}">
      <dgm:prSet phldrT="[Text]"/>
      <dgm:spPr/>
      <dgm:t>
        <a:bodyPr/>
        <a:lstStyle/>
        <a:p>
          <a:r>
            <a:rPr lang="en-US"/>
            <a:t>org-root</a:t>
          </a:r>
        </a:p>
      </dgm:t>
    </dgm:pt>
    <dgm:pt modelId="{DAE99E73-DBF3-4744-B292-3B3C84CA7A25}" type="parTrans" cxnId="{AED7CB76-FDA4-425D-988B-DFF03FB19168}">
      <dgm:prSet/>
      <dgm:spPr/>
      <dgm:t>
        <a:bodyPr/>
        <a:lstStyle/>
        <a:p>
          <a:endParaRPr lang="en-US"/>
        </a:p>
      </dgm:t>
    </dgm:pt>
    <dgm:pt modelId="{23696671-9036-43B5-A36B-A9128B4A0181}" type="sibTrans" cxnId="{AED7CB76-FDA4-425D-988B-DFF03FB19168}">
      <dgm:prSet/>
      <dgm:spPr/>
      <dgm:t>
        <a:bodyPr/>
        <a:lstStyle/>
        <a:p>
          <a:endParaRPr lang="en-US"/>
        </a:p>
      </dgm:t>
    </dgm:pt>
    <dgm:pt modelId="{F72C5E84-FCAB-4D79-8EAB-6A510166C4E6}" type="asst">
      <dgm:prSet phldrT="[Text]"/>
      <dgm:spPr/>
      <dgm:t>
        <a:bodyPr/>
        <a:lstStyle/>
        <a:p>
          <a:r>
            <a:rPr lang="en-US"/>
            <a:t>org-asst</a:t>
          </a:r>
        </a:p>
      </dgm:t>
    </dgm:pt>
    <dgm:pt modelId="{B9B9DB72-0904-48B7-A8BA-D169AF45A86A}" type="parTrans" cxnId="{D21ABE9F-3C81-435B-859E-5CD6CE4BA648}">
      <dgm:prSet/>
      <dgm:spPr/>
      <dgm:t>
        <a:bodyPr/>
        <a:lstStyle/>
        <a:p>
          <a:endParaRPr lang="en-US"/>
        </a:p>
      </dgm:t>
    </dgm:pt>
    <dgm:pt modelId="{BE28548B-1E31-4B4E-A240-1F9EE41502B9}" type="sibTrans" cxnId="{D21ABE9F-3C81-435B-859E-5CD6CE4BA648}">
      <dgm:prSet/>
      <dgm:spPr/>
      <dgm:t>
        <a:bodyPr/>
        <a:lstStyle/>
        <a:p>
          <a:endParaRPr lang="en-US"/>
        </a:p>
      </dgm:t>
    </dgm:pt>
    <dgm:pt modelId="{B373B428-8AE8-4D84-8C9F-0BAE9EB5C2CC}">
      <dgm:prSet phldrT="[Text]"/>
      <dgm:spPr/>
      <dgm:t>
        <a:bodyPr/>
        <a:lstStyle/>
        <a:p>
          <a:r>
            <a:rPr lang="en-US"/>
            <a:t>org-child-1</a:t>
          </a:r>
        </a:p>
      </dgm:t>
    </dgm:pt>
    <dgm:pt modelId="{973E8EF8-03B9-4FA7-A5F3-5E7154612EAA}" type="parTrans" cxnId="{2B54583E-B02A-4F34-B13E-0069E742EFB3}">
      <dgm:prSet/>
      <dgm:spPr/>
      <dgm:t>
        <a:bodyPr/>
        <a:lstStyle/>
        <a:p>
          <a:endParaRPr lang="en-US"/>
        </a:p>
      </dgm:t>
    </dgm:pt>
    <dgm:pt modelId="{634A548B-A5E8-460C-8144-2EE62517AFB3}" type="sibTrans" cxnId="{2B54583E-B02A-4F34-B13E-0069E742EFB3}">
      <dgm:prSet/>
      <dgm:spPr/>
      <dgm:t>
        <a:bodyPr/>
        <a:lstStyle/>
        <a:p>
          <a:endParaRPr lang="en-US"/>
        </a:p>
      </dgm:t>
    </dgm:pt>
    <dgm:pt modelId="{9206A611-B1BD-4410-87D0-D6191DBCF08F}">
      <dgm:prSet phldrT="[Text]"/>
      <dgm:spPr/>
      <dgm:t>
        <a:bodyPr/>
        <a:lstStyle/>
        <a:p>
          <a:r>
            <a:rPr lang="en-US"/>
            <a:t>org-child-2</a:t>
          </a:r>
        </a:p>
      </dgm:t>
    </dgm:pt>
    <dgm:pt modelId="{A6EE3899-F9FD-4FEF-B907-8B8A3A2719A9}" type="parTrans" cxnId="{F588F01F-0C98-4691-BAF1-0C47810ADF65}">
      <dgm:prSet/>
      <dgm:spPr/>
      <dgm:t>
        <a:bodyPr/>
        <a:lstStyle/>
        <a:p>
          <a:endParaRPr lang="en-US"/>
        </a:p>
      </dgm:t>
    </dgm:pt>
    <dgm:pt modelId="{493C7F15-9887-48C7-B353-98CF0020B303}" type="sibTrans" cxnId="{F588F01F-0C98-4691-BAF1-0C47810ADF65}">
      <dgm:prSet/>
      <dgm:spPr/>
      <dgm:t>
        <a:bodyPr/>
        <a:lstStyle/>
        <a:p>
          <a:endParaRPr lang="en-US"/>
        </a:p>
      </dgm:t>
    </dgm:pt>
    <dgm:pt modelId="{8C88548B-4D51-4FDE-A385-A13A15015320}">
      <dgm:prSet phldrT="[Text]"/>
      <dgm:spPr/>
      <dgm:t>
        <a:bodyPr/>
        <a:lstStyle/>
        <a:p>
          <a:r>
            <a:rPr lang="en-US"/>
            <a:t>org-child-3</a:t>
          </a:r>
        </a:p>
      </dgm:t>
    </dgm:pt>
    <dgm:pt modelId="{6EBD03D2-8FEA-4B57-8A42-BDF272567193}" type="parTrans" cxnId="{D6A60F0C-12BC-4B76-A7AD-D44CA0874C4E}">
      <dgm:prSet/>
      <dgm:spPr/>
      <dgm:t>
        <a:bodyPr/>
        <a:lstStyle/>
        <a:p>
          <a:endParaRPr lang="en-US"/>
        </a:p>
      </dgm:t>
    </dgm:pt>
    <dgm:pt modelId="{08504E49-1E7C-454E-9B98-A4D481005734}" type="sibTrans" cxnId="{D6A60F0C-12BC-4B76-A7AD-D44CA0874C4E}">
      <dgm:prSet/>
      <dgm:spPr/>
      <dgm:t>
        <a:bodyPr/>
        <a:lstStyle/>
        <a:p>
          <a:endParaRPr lang="en-US"/>
        </a:p>
      </dgm:t>
    </dgm:pt>
    <dgm:pt modelId="{87444CC8-4C3B-4447-99FA-19482D64300C}">
      <dgm:prSet phldrT="[Text]"/>
      <dgm:spPr/>
      <dgm:t>
        <a:bodyPr/>
        <a:lstStyle/>
        <a:p>
          <a:r>
            <a:rPr lang="en-US"/>
            <a:t>org-grandchild</a:t>
          </a:r>
        </a:p>
      </dgm:t>
    </dgm:pt>
    <dgm:pt modelId="{06AAA75F-608E-47A7-B3CA-F8CE0510DCB6}" type="parTrans" cxnId="{227F0E9B-E248-4F5B-9BB1-BFF23CD1A1D4}">
      <dgm:prSet/>
      <dgm:spPr/>
    </dgm:pt>
    <dgm:pt modelId="{D7DF990A-1E60-4260-88C8-AFFAE82FEBCD}" type="sibTrans" cxnId="{227F0E9B-E248-4F5B-9BB1-BFF23CD1A1D4}">
      <dgm:prSet/>
      <dgm:spPr/>
    </dgm:pt>
    <dgm:pt modelId="{0734CB2C-EB40-498E-A305-5128DB99FDAB}" type="pres">
      <dgm:prSet presAssocID="{0EBC7BCA-E548-435E-A6EB-7F2C8A6E9F1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29C699D-66A4-489E-B0D4-0FFAD58E7E5D}" type="pres">
      <dgm:prSet presAssocID="{8307695B-B021-436D-B95E-35613298A95D}" presName="hierRoot1" presStyleCnt="0">
        <dgm:presLayoutVars>
          <dgm:hierBranch val="init"/>
        </dgm:presLayoutVars>
      </dgm:prSet>
      <dgm:spPr/>
    </dgm:pt>
    <dgm:pt modelId="{954B5814-FFCC-407C-9E4E-2D75DB3BED20}" type="pres">
      <dgm:prSet presAssocID="{8307695B-B021-436D-B95E-35613298A95D}" presName="rootComposite1" presStyleCnt="0"/>
      <dgm:spPr/>
    </dgm:pt>
    <dgm:pt modelId="{BA9DD768-3CF4-4BDB-96C0-BF00553177BB}" type="pres">
      <dgm:prSet presAssocID="{8307695B-B021-436D-B95E-35613298A95D}" presName="rootText1" presStyleLbl="node0" presStyleIdx="0" presStyleCnt="1">
        <dgm:presLayoutVars>
          <dgm:chPref val="3"/>
        </dgm:presLayoutVars>
      </dgm:prSet>
      <dgm:spPr/>
    </dgm:pt>
    <dgm:pt modelId="{8FE4F7CF-E0F0-41B6-9EDA-19C6C7DE650F}" type="pres">
      <dgm:prSet presAssocID="{8307695B-B021-436D-B95E-35613298A95D}" presName="rootConnector1" presStyleLbl="node1" presStyleIdx="0" presStyleCnt="0"/>
      <dgm:spPr/>
    </dgm:pt>
    <dgm:pt modelId="{4B79C5F2-D86F-4440-A3D0-AA16AE6DBB0D}" type="pres">
      <dgm:prSet presAssocID="{8307695B-B021-436D-B95E-35613298A95D}" presName="hierChild2" presStyleCnt="0"/>
      <dgm:spPr/>
    </dgm:pt>
    <dgm:pt modelId="{9E2F8F79-5541-49E7-AFAB-ED753F43BE95}" type="pres">
      <dgm:prSet presAssocID="{973E8EF8-03B9-4FA7-A5F3-5E7154612EAA}" presName="Name37" presStyleLbl="parChTrans1D2" presStyleIdx="0" presStyleCnt="4"/>
      <dgm:spPr/>
    </dgm:pt>
    <dgm:pt modelId="{7EF82DF3-ABC2-45EA-B86C-15104C2D7D91}" type="pres">
      <dgm:prSet presAssocID="{B373B428-8AE8-4D84-8C9F-0BAE9EB5C2CC}" presName="hierRoot2" presStyleCnt="0">
        <dgm:presLayoutVars>
          <dgm:hierBranch val="init"/>
        </dgm:presLayoutVars>
      </dgm:prSet>
      <dgm:spPr/>
    </dgm:pt>
    <dgm:pt modelId="{774F312D-1D80-45F7-A51D-65B5A6F6CE31}" type="pres">
      <dgm:prSet presAssocID="{B373B428-8AE8-4D84-8C9F-0BAE9EB5C2CC}" presName="rootComposite" presStyleCnt="0"/>
      <dgm:spPr/>
    </dgm:pt>
    <dgm:pt modelId="{2F3808A5-499A-4234-9C71-5B55A8E1C617}" type="pres">
      <dgm:prSet presAssocID="{B373B428-8AE8-4D84-8C9F-0BAE9EB5C2CC}" presName="rootText" presStyleLbl="node2" presStyleIdx="0" presStyleCnt="3">
        <dgm:presLayoutVars>
          <dgm:chPref val="3"/>
        </dgm:presLayoutVars>
      </dgm:prSet>
      <dgm:spPr/>
    </dgm:pt>
    <dgm:pt modelId="{65517893-77FF-4AE0-AAC8-205854CB9D6C}" type="pres">
      <dgm:prSet presAssocID="{B373B428-8AE8-4D84-8C9F-0BAE9EB5C2CC}" presName="rootConnector" presStyleLbl="node2" presStyleIdx="0" presStyleCnt="3"/>
      <dgm:spPr/>
    </dgm:pt>
    <dgm:pt modelId="{FB3C3FED-C225-4787-BF54-40B953C7FAEA}" type="pres">
      <dgm:prSet presAssocID="{B373B428-8AE8-4D84-8C9F-0BAE9EB5C2CC}" presName="hierChild4" presStyleCnt="0"/>
      <dgm:spPr/>
    </dgm:pt>
    <dgm:pt modelId="{944D71FF-5ECF-413B-B54D-57F5D10B4DAA}" type="pres">
      <dgm:prSet presAssocID="{06AAA75F-608E-47A7-B3CA-F8CE0510DCB6}" presName="Name37" presStyleLbl="parChTrans1D3" presStyleIdx="0" presStyleCnt="1"/>
      <dgm:spPr/>
    </dgm:pt>
    <dgm:pt modelId="{6982F759-E69E-474C-8297-2943E9A5D286}" type="pres">
      <dgm:prSet presAssocID="{87444CC8-4C3B-4447-99FA-19482D64300C}" presName="hierRoot2" presStyleCnt="0">
        <dgm:presLayoutVars>
          <dgm:hierBranch val="init"/>
        </dgm:presLayoutVars>
      </dgm:prSet>
      <dgm:spPr/>
    </dgm:pt>
    <dgm:pt modelId="{25E9FF8D-6897-455F-802C-A51796A4A831}" type="pres">
      <dgm:prSet presAssocID="{87444CC8-4C3B-4447-99FA-19482D64300C}" presName="rootComposite" presStyleCnt="0"/>
      <dgm:spPr/>
    </dgm:pt>
    <dgm:pt modelId="{EE36E1E6-E9A3-4313-9948-6F1C309597B5}" type="pres">
      <dgm:prSet presAssocID="{87444CC8-4C3B-4447-99FA-19482D64300C}" presName="rootText" presStyleLbl="node3" presStyleIdx="0" presStyleCnt="1">
        <dgm:presLayoutVars>
          <dgm:chPref val="3"/>
        </dgm:presLayoutVars>
      </dgm:prSet>
      <dgm:spPr/>
    </dgm:pt>
    <dgm:pt modelId="{C554080D-5C47-4039-A54F-78A01AFDB22F}" type="pres">
      <dgm:prSet presAssocID="{87444CC8-4C3B-4447-99FA-19482D64300C}" presName="rootConnector" presStyleLbl="node3" presStyleIdx="0" presStyleCnt="1"/>
      <dgm:spPr/>
    </dgm:pt>
    <dgm:pt modelId="{1E6DB820-DEBD-4105-9143-38C51BCA5BE3}" type="pres">
      <dgm:prSet presAssocID="{87444CC8-4C3B-4447-99FA-19482D64300C}" presName="hierChild4" presStyleCnt="0"/>
      <dgm:spPr/>
    </dgm:pt>
    <dgm:pt modelId="{84A8DE0A-AF6C-4FBD-81BA-AA6176E2E559}" type="pres">
      <dgm:prSet presAssocID="{87444CC8-4C3B-4447-99FA-19482D64300C}" presName="hierChild5" presStyleCnt="0"/>
      <dgm:spPr/>
    </dgm:pt>
    <dgm:pt modelId="{B1F51C1B-3230-46B7-A4B1-87F4FEC359FF}" type="pres">
      <dgm:prSet presAssocID="{B373B428-8AE8-4D84-8C9F-0BAE9EB5C2CC}" presName="hierChild5" presStyleCnt="0"/>
      <dgm:spPr/>
    </dgm:pt>
    <dgm:pt modelId="{96B4A4E8-0188-473E-8970-D6C5EF9559A5}" type="pres">
      <dgm:prSet presAssocID="{A6EE3899-F9FD-4FEF-B907-8B8A3A2719A9}" presName="Name37" presStyleLbl="parChTrans1D2" presStyleIdx="1" presStyleCnt="4"/>
      <dgm:spPr/>
    </dgm:pt>
    <dgm:pt modelId="{BC154742-CB49-4C7F-A2E4-B1AEB96D5FA1}" type="pres">
      <dgm:prSet presAssocID="{9206A611-B1BD-4410-87D0-D6191DBCF08F}" presName="hierRoot2" presStyleCnt="0">
        <dgm:presLayoutVars>
          <dgm:hierBranch val="init"/>
        </dgm:presLayoutVars>
      </dgm:prSet>
      <dgm:spPr/>
    </dgm:pt>
    <dgm:pt modelId="{D159F33E-53BB-40D7-B71C-33EBB599A656}" type="pres">
      <dgm:prSet presAssocID="{9206A611-B1BD-4410-87D0-D6191DBCF08F}" presName="rootComposite" presStyleCnt="0"/>
      <dgm:spPr/>
    </dgm:pt>
    <dgm:pt modelId="{C004DCB0-8B8B-4D88-9A29-B02899763348}" type="pres">
      <dgm:prSet presAssocID="{9206A611-B1BD-4410-87D0-D6191DBCF08F}" presName="rootText" presStyleLbl="node2" presStyleIdx="1" presStyleCnt="3">
        <dgm:presLayoutVars>
          <dgm:chPref val="3"/>
        </dgm:presLayoutVars>
      </dgm:prSet>
      <dgm:spPr/>
    </dgm:pt>
    <dgm:pt modelId="{F2577542-F23D-4932-ADEE-8AA54B71AB9E}" type="pres">
      <dgm:prSet presAssocID="{9206A611-B1BD-4410-87D0-D6191DBCF08F}" presName="rootConnector" presStyleLbl="node2" presStyleIdx="1" presStyleCnt="3"/>
      <dgm:spPr/>
    </dgm:pt>
    <dgm:pt modelId="{49D7F516-00FF-4781-8DF8-7ABE1964BCBC}" type="pres">
      <dgm:prSet presAssocID="{9206A611-B1BD-4410-87D0-D6191DBCF08F}" presName="hierChild4" presStyleCnt="0"/>
      <dgm:spPr/>
    </dgm:pt>
    <dgm:pt modelId="{2602745D-DF75-4B3C-A888-B9A1C934BE40}" type="pres">
      <dgm:prSet presAssocID="{9206A611-B1BD-4410-87D0-D6191DBCF08F}" presName="hierChild5" presStyleCnt="0"/>
      <dgm:spPr/>
    </dgm:pt>
    <dgm:pt modelId="{2466B10F-C178-4479-B709-5A5AD28FFF3B}" type="pres">
      <dgm:prSet presAssocID="{6EBD03D2-8FEA-4B57-8A42-BDF272567193}" presName="Name37" presStyleLbl="parChTrans1D2" presStyleIdx="2" presStyleCnt="4"/>
      <dgm:spPr/>
    </dgm:pt>
    <dgm:pt modelId="{CC5A96B9-B6AF-468B-9661-790BF25A0A53}" type="pres">
      <dgm:prSet presAssocID="{8C88548B-4D51-4FDE-A385-A13A15015320}" presName="hierRoot2" presStyleCnt="0">
        <dgm:presLayoutVars>
          <dgm:hierBranch val="init"/>
        </dgm:presLayoutVars>
      </dgm:prSet>
      <dgm:spPr/>
    </dgm:pt>
    <dgm:pt modelId="{4944A9CE-D3A2-4021-95AF-7AEFBE51F8DD}" type="pres">
      <dgm:prSet presAssocID="{8C88548B-4D51-4FDE-A385-A13A15015320}" presName="rootComposite" presStyleCnt="0"/>
      <dgm:spPr/>
    </dgm:pt>
    <dgm:pt modelId="{F9599CA5-A341-4218-A75D-22D39DF2DAD8}" type="pres">
      <dgm:prSet presAssocID="{8C88548B-4D51-4FDE-A385-A13A15015320}" presName="rootText" presStyleLbl="node2" presStyleIdx="2" presStyleCnt="3">
        <dgm:presLayoutVars>
          <dgm:chPref val="3"/>
        </dgm:presLayoutVars>
      </dgm:prSet>
      <dgm:spPr/>
    </dgm:pt>
    <dgm:pt modelId="{621FDE6A-D462-4540-A44C-04D12D35F81A}" type="pres">
      <dgm:prSet presAssocID="{8C88548B-4D51-4FDE-A385-A13A15015320}" presName="rootConnector" presStyleLbl="node2" presStyleIdx="2" presStyleCnt="3"/>
      <dgm:spPr/>
    </dgm:pt>
    <dgm:pt modelId="{FF7AF2E8-751B-4586-81F5-51BCB6AE3781}" type="pres">
      <dgm:prSet presAssocID="{8C88548B-4D51-4FDE-A385-A13A15015320}" presName="hierChild4" presStyleCnt="0"/>
      <dgm:spPr/>
    </dgm:pt>
    <dgm:pt modelId="{CD895418-F03F-4F5C-8AA1-B9F537CB94AE}" type="pres">
      <dgm:prSet presAssocID="{8C88548B-4D51-4FDE-A385-A13A15015320}" presName="hierChild5" presStyleCnt="0"/>
      <dgm:spPr/>
    </dgm:pt>
    <dgm:pt modelId="{C9DA59D3-873E-41A3-BD57-8B2154841549}" type="pres">
      <dgm:prSet presAssocID="{8307695B-B021-436D-B95E-35613298A95D}" presName="hierChild3" presStyleCnt="0"/>
      <dgm:spPr/>
    </dgm:pt>
    <dgm:pt modelId="{0D479FF1-20D9-45CE-851B-BF4418568658}" type="pres">
      <dgm:prSet presAssocID="{B9B9DB72-0904-48B7-A8BA-D169AF45A86A}" presName="Name111" presStyleLbl="parChTrans1D2" presStyleIdx="3" presStyleCnt="4"/>
      <dgm:spPr/>
    </dgm:pt>
    <dgm:pt modelId="{7F092505-4B82-45CB-A82B-73E2E3DF3251}" type="pres">
      <dgm:prSet presAssocID="{F72C5E84-FCAB-4D79-8EAB-6A510166C4E6}" presName="hierRoot3" presStyleCnt="0">
        <dgm:presLayoutVars>
          <dgm:hierBranch val="init"/>
        </dgm:presLayoutVars>
      </dgm:prSet>
      <dgm:spPr/>
    </dgm:pt>
    <dgm:pt modelId="{58C7272D-9A48-4C5E-AFCD-DE162FF6CA65}" type="pres">
      <dgm:prSet presAssocID="{F72C5E84-FCAB-4D79-8EAB-6A510166C4E6}" presName="rootComposite3" presStyleCnt="0"/>
      <dgm:spPr/>
    </dgm:pt>
    <dgm:pt modelId="{7FA2F125-4216-45F8-BB44-CFBC05D66254}" type="pres">
      <dgm:prSet presAssocID="{F72C5E84-FCAB-4D79-8EAB-6A510166C4E6}" presName="rootText3" presStyleLbl="asst1" presStyleIdx="0" presStyleCnt="1">
        <dgm:presLayoutVars>
          <dgm:chPref val="3"/>
        </dgm:presLayoutVars>
      </dgm:prSet>
      <dgm:spPr/>
    </dgm:pt>
    <dgm:pt modelId="{8A0D27E3-E47A-42E5-8AF9-B173EFC1AC89}" type="pres">
      <dgm:prSet presAssocID="{F72C5E84-FCAB-4D79-8EAB-6A510166C4E6}" presName="rootConnector3" presStyleLbl="asst1" presStyleIdx="0" presStyleCnt="1"/>
      <dgm:spPr/>
    </dgm:pt>
    <dgm:pt modelId="{EB3CFE4C-7174-489D-BA20-B3AF01770E2C}" type="pres">
      <dgm:prSet presAssocID="{F72C5E84-FCAB-4D79-8EAB-6A510166C4E6}" presName="hierChild6" presStyleCnt="0"/>
      <dgm:spPr/>
    </dgm:pt>
    <dgm:pt modelId="{963BCEA7-175B-46B1-8278-BB2506756AAE}" type="pres">
      <dgm:prSet presAssocID="{F72C5E84-FCAB-4D79-8EAB-6A510166C4E6}" presName="hierChild7" presStyleCnt="0"/>
      <dgm:spPr/>
    </dgm:pt>
  </dgm:ptLst>
  <dgm:cxnLst>
    <dgm:cxn modelId="{D6A60F0C-12BC-4B76-A7AD-D44CA0874C4E}" srcId="{8307695B-B021-436D-B95E-35613298A95D}" destId="{8C88548B-4D51-4FDE-A385-A13A15015320}" srcOrd="3" destOrd="0" parTransId="{6EBD03D2-8FEA-4B57-8A42-BDF272567193}" sibTransId="{08504E49-1E7C-454E-9B98-A4D481005734}"/>
    <dgm:cxn modelId="{5577980C-273C-4D2C-A3B4-AFCAAAF127E7}" type="presOf" srcId="{8307695B-B021-436D-B95E-35613298A95D}" destId="{BA9DD768-3CF4-4BDB-96C0-BF00553177BB}" srcOrd="0" destOrd="0" presId="urn:microsoft.com/office/officeart/2005/8/layout/orgChart1"/>
    <dgm:cxn modelId="{B522B50D-43CF-4671-946C-343C4B97D81F}" type="presOf" srcId="{8307695B-B021-436D-B95E-35613298A95D}" destId="{8FE4F7CF-E0F0-41B6-9EDA-19C6C7DE650F}" srcOrd="1" destOrd="0" presId="urn:microsoft.com/office/officeart/2005/8/layout/orgChart1"/>
    <dgm:cxn modelId="{82B3FD14-AA8E-44B2-BF49-4147CC9DE8F6}" type="presOf" srcId="{B373B428-8AE8-4D84-8C9F-0BAE9EB5C2CC}" destId="{2F3808A5-499A-4234-9C71-5B55A8E1C617}" srcOrd="0" destOrd="0" presId="urn:microsoft.com/office/officeart/2005/8/layout/orgChart1"/>
    <dgm:cxn modelId="{76BCC61A-55B9-4B35-AF68-44E4902D20E5}" type="presOf" srcId="{F72C5E84-FCAB-4D79-8EAB-6A510166C4E6}" destId="{7FA2F125-4216-45F8-BB44-CFBC05D66254}" srcOrd="0" destOrd="0" presId="urn:microsoft.com/office/officeart/2005/8/layout/orgChart1"/>
    <dgm:cxn modelId="{F588F01F-0C98-4691-BAF1-0C47810ADF65}" srcId="{8307695B-B021-436D-B95E-35613298A95D}" destId="{9206A611-B1BD-4410-87D0-D6191DBCF08F}" srcOrd="2" destOrd="0" parTransId="{A6EE3899-F9FD-4FEF-B907-8B8A3A2719A9}" sibTransId="{493C7F15-9887-48C7-B353-98CF0020B303}"/>
    <dgm:cxn modelId="{F8D5C036-11FC-4BAE-B256-E4FCDDF147E0}" type="presOf" srcId="{0EBC7BCA-E548-435E-A6EB-7F2C8A6E9F1F}" destId="{0734CB2C-EB40-498E-A305-5128DB99FDAB}" srcOrd="0" destOrd="0" presId="urn:microsoft.com/office/officeart/2005/8/layout/orgChart1"/>
    <dgm:cxn modelId="{2B54583E-B02A-4F34-B13E-0069E742EFB3}" srcId="{8307695B-B021-436D-B95E-35613298A95D}" destId="{B373B428-8AE8-4D84-8C9F-0BAE9EB5C2CC}" srcOrd="1" destOrd="0" parTransId="{973E8EF8-03B9-4FA7-A5F3-5E7154612EAA}" sibTransId="{634A548B-A5E8-460C-8144-2EE62517AFB3}"/>
    <dgm:cxn modelId="{44A4E140-B927-490E-8B07-E162E09C8CBF}" type="presOf" srcId="{8C88548B-4D51-4FDE-A385-A13A15015320}" destId="{621FDE6A-D462-4540-A44C-04D12D35F81A}" srcOrd="1" destOrd="0" presId="urn:microsoft.com/office/officeart/2005/8/layout/orgChart1"/>
    <dgm:cxn modelId="{5896205B-3C4A-47B6-BB9E-C59ABF8AD52A}" type="presOf" srcId="{6EBD03D2-8FEA-4B57-8A42-BDF272567193}" destId="{2466B10F-C178-4479-B709-5A5AD28FFF3B}" srcOrd="0" destOrd="0" presId="urn:microsoft.com/office/officeart/2005/8/layout/orgChart1"/>
    <dgm:cxn modelId="{94E3C048-31CD-4A3F-AB10-D801788366CD}" type="presOf" srcId="{973E8EF8-03B9-4FA7-A5F3-5E7154612EAA}" destId="{9E2F8F79-5541-49E7-AFAB-ED753F43BE95}" srcOrd="0" destOrd="0" presId="urn:microsoft.com/office/officeart/2005/8/layout/orgChart1"/>
    <dgm:cxn modelId="{7D5BD768-B265-4C50-BE08-3FF6C7ED7FB2}" type="presOf" srcId="{9206A611-B1BD-4410-87D0-D6191DBCF08F}" destId="{C004DCB0-8B8B-4D88-9A29-B02899763348}" srcOrd="0" destOrd="0" presId="urn:microsoft.com/office/officeart/2005/8/layout/orgChart1"/>
    <dgm:cxn modelId="{A6ADC54E-BAF9-4CBF-B25D-DC21D0F87887}" type="presOf" srcId="{9206A611-B1BD-4410-87D0-D6191DBCF08F}" destId="{F2577542-F23D-4932-ADEE-8AA54B71AB9E}" srcOrd="1" destOrd="0" presId="urn:microsoft.com/office/officeart/2005/8/layout/orgChart1"/>
    <dgm:cxn modelId="{AED7CB76-FDA4-425D-988B-DFF03FB19168}" srcId="{0EBC7BCA-E548-435E-A6EB-7F2C8A6E9F1F}" destId="{8307695B-B021-436D-B95E-35613298A95D}" srcOrd="0" destOrd="0" parTransId="{DAE99E73-DBF3-4744-B292-3B3C84CA7A25}" sibTransId="{23696671-9036-43B5-A36B-A9128B4A0181}"/>
    <dgm:cxn modelId="{62D14080-E289-4A88-BC80-9DEEC0E68D6F}" type="presOf" srcId="{87444CC8-4C3B-4447-99FA-19482D64300C}" destId="{C554080D-5C47-4039-A54F-78A01AFDB22F}" srcOrd="1" destOrd="0" presId="urn:microsoft.com/office/officeart/2005/8/layout/orgChart1"/>
    <dgm:cxn modelId="{198FEB80-550B-4CA4-AD9F-4E28A833FD67}" type="presOf" srcId="{A6EE3899-F9FD-4FEF-B907-8B8A3A2719A9}" destId="{96B4A4E8-0188-473E-8970-D6C5EF9559A5}" srcOrd="0" destOrd="0" presId="urn:microsoft.com/office/officeart/2005/8/layout/orgChart1"/>
    <dgm:cxn modelId="{227F0E9B-E248-4F5B-9BB1-BFF23CD1A1D4}" srcId="{B373B428-8AE8-4D84-8C9F-0BAE9EB5C2CC}" destId="{87444CC8-4C3B-4447-99FA-19482D64300C}" srcOrd="0" destOrd="0" parTransId="{06AAA75F-608E-47A7-B3CA-F8CE0510DCB6}" sibTransId="{D7DF990A-1E60-4260-88C8-AFFAE82FEBCD}"/>
    <dgm:cxn modelId="{39FB9B9F-2542-4277-81CF-7A2D56C46729}" type="presOf" srcId="{F72C5E84-FCAB-4D79-8EAB-6A510166C4E6}" destId="{8A0D27E3-E47A-42E5-8AF9-B173EFC1AC89}" srcOrd="1" destOrd="0" presId="urn:microsoft.com/office/officeart/2005/8/layout/orgChart1"/>
    <dgm:cxn modelId="{D21ABE9F-3C81-435B-859E-5CD6CE4BA648}" srcId="{8307695B-B021-436D-B95E-35613298A95D}" destId="{F72C5E84-FCAB-4D79-8EAB-6A510166C4E6}" srcOrd="0" destOrd="0" parTransId="{B9B9DB72-0904-48B7-A8BA-D169AF45A86A}" sibTransId="{BE28548B-1E31-4B4E-A240-1F9EE41502B9}"/>
    <dgm:cxn modelId="{FA746BB8-9807-4805-8C70-63040943020F}" type="presOf" srcId="{8C88548B-4D51-4FDE-A385-A13A15015320}" destId="{F9599CA5-A341-4218-A75D-22D39DF2DAD8}" srcOrd="0" destOrd="0" presId="urn:microsoft.com/office/officeart/2005/8/layout/orgChart1"/>
    <dgm:cxn modelId="{A2885DBB-6233-4451-9CDA-66355CEA2549}" type="presOf" srcId="{B9B9DB72-0904-48B7-A8BA-D169AF45A86A}" destId="{0D479FF1-20D9-45CE-851B-BF4418568658}" srcOrd="0" destOrd="0" presId="urn:microsoft.com/office/officeart/2005/8/layout/orgChart1"/>
    <dgm:cxn modelId="{67A48EC2-730A-4EF6-A380-9AFE78B2148F}" type="presOf" srcId="{06AAA75F-608E-47A7-B3CA-F8CE0510DCB6}" destId="{944D71FF-5ECF-413B-B54D-57F5D10B4DAA}" srcOrd="0" destOrd="0" presId="urn:microsoft.com/office/officeart/2005/8/layout/orgChart1"/>
    <dgm:cxn modelId="{4E462CE2-585B-464F-98F1-D72A7ACAB5F1}" type="presOf" srcId="{B373B428-8AE8-4D84-8C9F-0BAE9EB5C2CC}" destId="{65517893-77FF-4AE0-AAC8-205854CB9D6C}" srcOrd="1" destOrd="0" presId="urn:microsoft.com/office/officeart/2005/8/layout/orgChart1"/>
    <dgm:cxn modelId="{7654DAFD-5EE7-4698-AC4C-04922D0586FA}" type="presOf" srcId="{87444CC8-4C3B-4447-99FA-19482D64300C}" destId="{EE36E1E6-E9A3-4313-9948-6F1C309597B5}" srcOrd="0" destOrd="0" presId="urn:microsoft.com/office/officeart/2005/8/layout/orgChart1"/>
    <dgm:cxn modelId="{5375C923-B71A-490E-ABDA-58BE67321439}" type="presParOf" srcId="{0734CB2C-EB40-498E-A305-5128DB99FDAB}" destId="{929C699D-66A4-489E-B0D4-0FFAD58E7E5D}" srcOrd="0" destOrd="0" presId="urn:microsoft.com/office/officeart/2005/8/layout/orgChart1"/>
    <dgm:cxn modelId="{F0DB326D-3B15-49FE-B98A-C79FBCE54B91}" type="presParOf" srcId="{929C699D-66A4-489E-B0D4-0FFAD58E7E5D}" destId="{954B5814-FFCC-407C-9E4E-2D75DB3BED20}" srcOrd="0" destOrd="0" presId="urn:microsoft.com/office/officeart/2005/8/layout/orgChart1"/>
    <dgm:cxn modelId="{55A83DE7-3425-44A1-8122-F26A6CF7ABA7}" type="presParOf" srcId="{954B5814-FFCC-407C-9E4E-2D75DB3BED20}" destId="{BA9DD768-3CF4-4BDB-96C0-BF00553177BB}" srcOrd="0" destOrd="0" presId="urn:microsoft.com/office/officeart/2005/8/layout/orgChart1"/>
    <dgm:cxn modelId="{8F4998E9-A435-4101-9EA4-BD900D45E213}" type="presParOf" srcId="{954B5814-FFCC-407C-9E4E-2D75DB3BED20}" destId="{8FE4F7CF-E0F0-41B6-9EDA-19C6C7DE650F}" srcOrd="1" destOrd="0" presId="urn:microsoft.com/office/officeart/2005/8/layout/orgChart1"/>
    <dgm:cxn modelId="{C69E5ABD-EFC7-49D8-B2D4-8DD11A2F1646}" type="presParOf" srcId="{929C699D-66A4-489E-B0D4-0FFAD58E7E5D}" destId="{4B79C5F2-D86F-4440-A3D0-AA16AE6DBB0D}" srcOrd="1" destOrd="0" presId="urn:microsoft.com/office/officeart/2005/8/layout/orgChart1"/>
    <dgm:cxn modelId="{AB1763E2-1B41-4093-BF93-C56CF162EA91}" type="presParOf" srcId="{4B79C5F2-D86F-4440-A3D0-AA16AE6DBB0D}" destId="{9E2F8F79-5541-49E7-AFAB-ED753F43BE95}" srcOrd="0" destOrd="0" presId="urn:microsoft.com/office/officeart/2005/8/layout/orgChart1"/>
    <dgm:cxn modelId="{BD3638EF-C28D-49DD-944F-DF198B40F667}" type="presParOf" srcId="{4B79C5F2-D86F-4440-A3D0-AA16AE6DBB0D}" destId="{7EF82DF3-ABC2-45EA-B86C-15104C2D7D91}" srcOrd="1" destOrd="0" presId="urn:microsoft.com/office/officeart/2005/8/layout/orgChart1"/>
    <dgm:cxn modelId="{3752F7E6-2917-49C0-A89D-0B24BA7541DE}" type="presParOf" srcId="{7EF82DF3-ABC2-45EA-B86C-15104C2D7D91}" destId="{774F312D-1D80-45F7-A51D-65B5A6F6CE31}" srcOrd="0" destOrd="0" presId="urn:microsoft.com/office/officeart/2005/8/layout/orgChart1"/>
    <dgm:cxn modelId="{A7138F93-9A24-41A7-BDE4-88EAF99B7157}" type="presParOf" srcId="{774F312D-1D80-45F7-A51D-65B5A6F6CE31}" destId="{2F3808A5-499A-4234-9C71-5B55A8E1C617}" srcOrd="0" destOrd="0" presId="urn:microsoft.com/office/officeart/2005/8/layout/orgChart1"/>
    <dgm:cxn modelId="{AB160E01-5DFC-4646-B4A5-E1C5702AF0AB}" type="presParOf" srcId="{774F312D-1D80-45F7-A51D-65B5A6F6CE31}" destId="{65517893-77FF-4AE0-AAC8-205854CB9D6C}" srcOrd="1" destOrd="0" presId="urn:microsoft.com/office/officeart/2005/8/layout/orgChart1"/>
    <dgm:cxn modelId="{A831A1A7-1AF9-46A4-B41C-D52297F39491}" type="presParOf" srcId="{7EF82DF3-ABC2-45EA-B86C-15104C2D7D91}" destId="{FB3C3FED-C225-4787-BF54-40B953C7FAEA}" srcOrd="1" destOrd="0" presId="urn:microsoft.com/office/officeart/2005/8/layout/orgChart1"/>
    <dgm:cxn modelId="{93F070B5-D33D-42C6-84C0-E58BD0FA7340}" type="presParOf" srcId="{FB3C3FED-C225-4787-BF54-40B953C7FAEA}" destId="{944D71FF-5ECF-413B-B54D-57F5D10B4DAA}" srcOrd="0" destOrd="0" presId="urn:microsoft.com/office/officeart/2005/8/layout/orgChart1"/>
    <dgm:cxn modelId="{6B28B101-CC66-4599-AA7D-748DDC21FD8D}" type="presParOf" srcId="{FB3C3FED-C225-4787-BF54-40B953C7FAEA}" destId="{6982F759-E69E-474C-8297-2943E9A5D286}" srcOrd="1" destOrd="0" presId="urn:microsoft.com/office/officeart/2005/8/layout/orgChart1"/>
    <dgm:cxn modelId="{AC462379-8375-4D52-8594-50E3C77A8E62}" type="presParOf" srcId="{6982F759-E69E-474C-8297-2943E9A5D286}" destId="{25E9FF8D-6897-455F-802C-A51796A4A831}" srcOrd="0" destOrd="0" presId="urn:microsoft.com/office/officeart/2005/8/layout/orgChart1"/>
    <dgm:cxn modelId="{B40471B8-EB0D-4CAD-A69B-60EFC3739578}" type="presParOf" srcId="{25E9FF8D-6897-455F-802C-A51796A4A831}" destId="{EE36E1E6-E9A3-4313-9948-6F1C309597B5}" srcOrd="0" destOrd="0" presId="urn:microsoft.com/office/officeart/2005/8/layout/orgChart1"/>
    <dgm:cxn modelId="{A2ED20B7-E3E7-4671-B814-EDAD4FD49F0F}" type="presParOf" srcId="{25E9FF8D-6897-455F-802C-A51796A4A831}" destId="{C554080D-5C47-4039-A54F-78A01AFDB22F}" srcOrd="1" destOrd="0" presId="urn:microsoft.com/office/officeart/2005/8/layout/orgChart1"/>
    <dgm:cxn modelId="{A1E24A57-9F73-443D-984D-188FEEA43E57}" type="presParOf" srcId="{6982F759-E69E-474C-8297-2943E9A5D286}" destId="{1E6DB820-DEBD-4105-9143-38C51BCA5BE3}" srcOrd="1" destOrd="0" presId="urn:microsoft.com/office/officeart/2005/8/layout/orgChart1"/>
    <dgm:cxn modelId="{33B13FE6-2B33-4CBB-857C-C33D39DA9E51}" type="presParOf" srcId="{6982F759-E69E-474C-8297-2943E9A5D286}" destId="{84A8DE0A-AF6C-4FBD-81BA-AA6176E2E559}" srcOrd="2" destOrd="0" presId="urn:microsoft.com/office/officeart/2005/8/layout/orgChart1"/>
    <dgm:cxn modelId="{0C2976FF-92B9-4C86-BD10-21E97E74D47C}" type="presParOf" srcId="{7EF82DF3-ABC2-45EA-B86C-15104C2D7D91}" destId="{B1F51C1B-3230-46B7-A4B1-87F4FEC359FF}" srcOrd="2" destOrd="0" presId="urn:microsoft.com/office/officeart/2005/8/layout/orgChart1"/>
    <dgm:cxn modelId="{17A2ACC6-BA3F-452B-83A9-6DABFFB1ED56}" type="presParOf" srcId="{4B79C5F2-D86F-4440-A3D0-AA16AE6DBB0D}" destId="{96B4A4E8-0188-473E-8970-D6C5EF9559A5}" srcOrd="2" destOrd="0" presId="urn:microsoft.com/office/officeart/2005/8/layout/orgChart1"/>
    <dgm:cxn modelId="{02A3F7BF-61EA-4DC7-82F1-C3967C217884}" type="presParOf" srcId="{4B79C5F2-D86F-4440-A3D0-AA16AE6DBB0D}" destId="{BC154742-CB49-4C7F-A2E4-B1AEB96D5FA1}" srcOrd="3" destOrd="0" presId="urn:microsoft.com/office/officeart/2005/8/layout/orgChart1"/>
    <dgm:cxn modelId="{9E158739-5D54-4CAA-B2BB-39D0C187458C}" type="presParOf" srcId="{BC154742-CB49-4C7F-A2E4-B1AEB96D5FA1}" destId="{D159F33E-53BB-40D7-B71C-33EBB599A656}" srcOrd="0" destOrd="0" presId="urn:microsoft.com/office/officeart/2005/8/layout/orgChart1"/>
    <dgm:cxn modelId="{15AFDDBD-143D-4836-8847-7C4BD777A649}" type="presParOf" srcId="{D159F33E-53BB-40D7-B71C-33EBB599A656}" destId="{C004DCB0-8B8B-4D88-9A29-B02899763348}" srcOrd="0" destOrd="0" presId="urn:microsoft.com/office/officeart/2005/8/layout/orgChart1"/>
    <dgm:cxn modelId="{D63E1B20-01B9-4E03-88E0-D3EC4BD9F2D1}" type="presParOf" srcId="{D159F33E-53BB-40D7-B71C-33EBB599A656}" destId="{F2577542-F23D-4932-ADEE-8AA54B71AB9E}" srcOrd="1" destOrd="0" presId="urn:microsoft.com/office/officeart/2005/8/layout/orgChart1"/>
    <dgm:cxn modelId="{722AF845-8450-421E-875B-CD6B81A667ED}" type="presParOf" srcId="{BC154742-CB49-4C7F-A2E4-B1AEB96D5FA1}" destId="{49D7F516-00FF-4781-8DF8-7ABE1964BCBC}" srcOrd="1" destOrd="0" presId="urn:microsoft.com/office/officeart/2005/8/layout/orgChart1"/>
    <dgm:cxn modelId="{14F2BE75-077B-49DB-85AB-CA4C4F94DEC6}" type="presParOf" srcId="{BC154742-CB49-4C7F-A2E4-B1AEB96D5FA1}" destId="{2602745D-DF75-4B3C-A888-B9A1C934BE40}" srcOrd="2" destOrd="0" presId="urn:microsoft.com/office/officeart/2005/8/layout/orgChart1"/>
    <dgm:cxn modelId="{4FF1F1CD-41CA-476C-B54E-6484F129AF2D}" type="presParOf" srcId="{4B79C5F2-D86F-4440-A3D0-AA16AE6DBB0D}" destId="{2466B10F-C178-4479-B709-5A5AD28FFF3B}" srcOrd="4" destOrd="0" presId="urn:microsoft.com/office/officeart/2005/8/layout/orgChart1"/>
    <dgm:cxn modelId="{31415ADC-4646-4024-9C4B-CFD73D5F055A}" type="presParOf" srcId="{4B79C5F2-D86F-4440-A3D0-AA16AE6DBB0D}" destId="{CC5A96B9-B6AF-468B-9661-790BF25A0A53}" srcOrd="5" destOrd="0" presId="urn:microsoft.com/office/officeart/2005/8/layout/orgChart1"/>
    <dgm:cxn modelId="{53B99271-B89F-4139-A169-7EB31F14E493}" type="presParOf" srcId="{CC5A96B9-B6AF-468B-9661-790BF25A0A53}" destId="{4944A9CE-D3A2-4021-95AF-7AEFBE51F8DD}" srcOrd="0" destOrd="0" presId="urn:microsoft.com/office/officeart/2005/8/layout/orgChart1"/>
    <dgm:cxn modelId="{E3145D35-54DD-476D-B738-860D5EEEF738}" type="presParOf" srcId="{4944A9CE-D3A2-4021-95AF-7AEFBE51F8DD}" destId="{F9599CA5-A341-4218-A75D-22D39DF2DAD8}" srcOrd="0" destOrd="0" presId="urn:microsoft.com/office/officeart/2005/8/layout/orgChart1"/>
    <dgm:cxn modelId="{B653B9AA-E2B0-4143-800E-39F30790609A}" type="presParOf" srcId="{4944A9CE-D3A2-4021-95AF-7AEFBE51F8DD}" destId="{621FDE6A-D462-4540-A44C-04D12D35F81A}" srcOrd="1" destOrd="0" presId="urn:microsoft.com/office/officeart/2005/8/layout/orgChart1"/>
    <dgm:cxn modelId="{A9A57913-BADB-4928-BB53-5984613D5ED5}" type="presParOf" srcId="{CC5A96B9-B6AF-468B-9661-790BF25A0A53}" destId="{FF7AF2E8-751B-4586-81F5-51BCB6AE3781}" srcOrd="1" destOrd="0" presId="urn:microsoft.com/office/officeart/2005/8/layout/orgChart1"/>
    <dgm:cxn modelId="{2A4270FE-CD43-4FCC-8EF2-CFD513BC3B2B}" type="presParOf" srcId="{CC5A96B9-B6AF-468B-9661-790BF25A0A53}" destId="{CD895418-F03F-4F5C-8AA1-B9F537CB94AE}" srcOrd="2" destOrd="0" presId="urn:microsoft.com/office/officeart/2005/8/layout/orgChart1"/>
    <dgm:cxn modelId="{FD21CA19-6EE3-45A4-B647-6939419FA200}" type="presParOf" srcId="{929C699D-66A4-489E-B0D4-0FFAD58E7E5D}" destId="{C9DA59D3-873E-41A3-BD57-8B2154841549}" srcOrd="2" destOrd="0" presId="urn:microsoft.com/office/officeart/2005/8/layout/orgChart1"/>
    <dgm:cxn modelId="{8A6E7BC4-5FE2-43E8-99E6-D9080C1DDBC7}" type="presParOf" srcId="{C9DA59D3-873E-41A3-BD57-8B2154841549}" destId="{0D479FF1-20D9-45CE-851B-BF4418568658}" srcOrd="0" destOrd="0" presId="urn:microsoft.com/office/officeart/2005/8/layout/orgChart1"/>
    <dgm:cxn modelId="{C1BAE102-3C35-4E41-B6EB-9C82ACAE1DC9}" type="presParOf" srcId="{C9DA59D3-873E-41A3-BD57-8B2154841549}" destId="{7F092505-4B82-45CB-A82B-73E2E3DF3251}" srcOrd="1" destOrd="0" presId="urn:microsoft.com/office/officeart/2005/8/layout/orgChart1"/>
    <dgm:cxn modelId="{FBFD950B-980D-4D9C-82D1-C9266688F3D4}" type="presParOf" srcId="{7F092505-4B82-45CB-A82B-73E2E3DF3251}" destId="{58C7272D-9A48-4C5E-AFCD-DE162FF6CA65}" srcOrd="0" destOrd="0" presId="urn:microsoft.com/office/officeart/2005/8/layout/orgChart1"/>
    <dgm:cxn modelId="{ABE8632E-677D-4747-BA87-B9DD9E0C9444}" type="presParOf" srcId="{58C7272D-9A48-4C5E-AFCD-DE162FF6CA65}" destId="{7FA2F125-4216-45F8-BB44-CFBC05D66254}" srcOrd="0" destOrd="0" presId="urn:microsoft.com/office/officeart/2005/8/layout/orgChart1"/>
    <dgm:cxn modelId="{9FC0C4F2-9969-428F-A849-EFFEB4ABC7A3}" type="presParOf" srcId="{58C7272D-9A48-4C5E-AFCD-DE162FF6CA65}" destId="{8A0D27E3-E47A-42E5-8AF9-B173EFC1AC89}" srcOrd="1" destOrd="0" presId="urn:microsoft.com/office/officeart/2005/8/layout/orgChart1"/>
    <dgm:cxn modelId="{2E86C130-0AF0-497F-B828-59E152A46FC3}" type="presParOf" srcId="{7F092505-4B82-45CB-A82B-73E2E3DF3251}" destId="{EB3CFE4C-7174-489D-BA20-B3AF01770E2C}" srcOrd="1" destOrd="0" presId="urn:microsoft.com/office/officeart/2005/8/layout/orgChart1"/>
    <dgm:cxn modelId="{D39D6A5C-6D7F-4D81-8A5A-EBF245940401}" type="presParOf" srcId="{7F092505-4B82-45CB-A82B-73E2E3DF3251}" destId="{963BCEA7-175B-46B1-8278-BB2506756AA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3A6BF4-36C4-4DF7-A818-5056FBC0397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F7E7C69-F10A-4E80-AD33-852FE24CFCC4}">
      <dgm:prSet phldrT="[Text]"/>
      <dgm:spPr/>
      <dgm:t>
        <a:bodyPr/>
        <a:lstStyle/>
        <a:p>
          <a:r>
            <a:rPr lang="en-US"/>
            <a:t>proc-1</a:t>
          </a:r>
        </a:p>
      </dgm:t>
    </dgm:pt>
    <dgm:pt modelId="{D3E8B0DA-0422-43D8-B330-104905B65A65}" type="parTrans" cxnId="{4D0451D0-FADC-4D5D-9D98-909C7FAF1150}">
      <dgm:prSet/>
      <dgm:spPr/>
    </dgm:pt>
    <dgm:pt modelId="{DD5C0E2B-DEF1-49E8-BB04-DAD9C5AD8152}" type="sibTrans" cxnId="{4D0451D0-FADC-4D5D-9D98-909C7FAF1150}">
      <dgm:prSet/>
      <dgm:spPr/>
      <dgm:t>
        <a:bodyPr/>
        <a:lstStyle/>
        <a:p>
          <a:r>
            <a:rPr lang="en-US"/>
            <a:t>sibTrans-2</a:t>
          </a:r>
        </a:p>
      </dgm:t>
    </dgm:pt>
    <dgm:pt modelId="{82472013-1DBD-48BE-91C6-D27FB710A6EB}">
      <dgm:prSet phldrT="[Text]"/>
      <dgm:spPr/>
      <dgm:t>
        <a:bodyPr/>
        <a:lstStyle/>
        <a:p>
          <a:r>
            <a:rPr lang="en-US"/>
            <a:t>proc-2</a:t>
          </a:r>
        </a:p>
      </dgm:t>
    </dgm:pt>
    <dgm:pt modelId="{DF33AEA6-6CE0-4979-87D0-855C5387A911}" type="parTrans" cxnId="{23E49E9F-0C17-44B7-A71C-A8C829CACB8A}">
      <dgm:prSet/>
      <dgm:spPr/>
    </dgm:pt>
    <dgm:pt modelId="{44C586E5-3125-48B4-8933-661904EFA6AF}" type="sibTrans" cxnId="{23E49E9F-0C17-44B7-A71C-A8C829CACB8A}">
      <dgm:prSet/>
      <dgm:spPr/>
      <dgm:t>
        <a:bodyPr/>
        <a:lstStyle/>
        <a:p>
          <a:r>
            <a:rPr lang="en-US"/>
            <a:t>sibTrans-4</a:t>
          </a:r>
        </a:p>
      </dgm:t>
    </dgm:pt>
    <dgm:pt modelId="{AFD50B4F-715A-4FC8-836C-37695D12E394}">
      <dgm:prSet phldrT="[Text]"/>
      <dgm:spPr/>
      <dgm:t>
        <a:bodyPr/>
        <a:lstStyle/>
        <a:p>
          <a:r>
            <a:rPr lang="en-US"/>
            <a:t>proc-3</a:t>
          </a:r>
        </a:p>
      </dgm:t>
    </dgm:pt>
    <dgm:pt modelId="{B047E497-2CFE-4CEA-AC75-B93D4BE741CB}" type="parTrans" cxnId="{25C6DE69-8EA8-4999-8B63-15970DF922DE}">
      <dgm:prSet/>
      <dgm:spPr/>
    </dgm:pt>
    <dgm:pt modelId="{03EE7B0A-4AD1-46B7-A617-A019E617DB74}" type="sibTrans" cxnId="{25C6DE69-8EA8-4999-8B63-15970DF922DE}">
      <dgm:prSet/>
      <dgm:spPr/>
      <dgm:t>
        <a:bodyPr/>
        <a:lstStyle/>
        <a:p>
          <a:r>
            <a:rPr lang="en-US"/>
            <a:t>sibTrans-6</a:t>
          </a:r>
        </a:p>
      </dgm:t>
    </dgm:pt>
    <dgm:pt modelId="{09A8C9C8-ED1F-46D2-B548-5DCCD4B3A069}">
      <dgm:prSet phldrT="[Text]"/>
      <dgm:spPr/>
      <dgm:t>
        <a:bodyPr/>
        <a:lstStyle/>
        <a:p>
          <a:r>
            <a:rPr lang="en-US"/>
            <a:t>proc-4</a:t>
          </a:r>
        </a:p>
      </dgm:t>
    </dgm:pt>
    <dgm:pt modelId="{320E2466-E69F-4F9C-AE1B-A408FD489016}" type="parTrans" cxnId="{E9D24BDC-104E-4988-A60F-38B00A0669CA}">
      <dgm:prSet/>
      <dgm:spPr/>
    </dgm:pt>
    <dgm:pt modelId="{75514A55-5656-42DD-8A73-0065BD841EA3}" type="sibTrans" cxnId="{E9D24BDC-104E-4988-A60F-38B00A0669CA}">
      <dgm:prSet/>
      <dgm:spPr/>
    </dgm:pt>
    <dgm:pt modelId="{289D69A9-FA73-4C12-916E-BB8B76A6E369}" type="pres">
      <dgm:prSet presAssocID="{533A6BF4-36C4-4DF7-A818-5056FBC03971}" presName="Name0" presStyleCnt="0">
        <dgm:presLayoutVars>
          <dgm:dir/>
          <dgm:resizeHandles val="exact"/>
        </dgm:presLayoutVars>
      </dgm:prSet>
      <dgm:spPr/>
    </dgm:pt>
    <dgm:pt modelId="{19715344-7CB3-4B01-904D-61EDC30FDFDE}" type="pres">
      <dgm:prSet presAssocID="{3F7E7C69-F10A-4E80-AD33-852FE24CFCC4}" presName="node" presStyleLbl="node1" presStyleIdx="0" presStyleCnt="4">
        <dgm:presLayoutVars>
          <dgm:bulletEnabled val="1"/>
        </dgm:presLayoutVars>
      </dgm:prSet>
      <dgm:spPr/>
    </dgm:pt>
    <dgm:pt modelId="{AD6C6149-3F57-441D-92AA-084ECE704872}" type="pres">
      <dgm:prSet presAssocID="{DD5C0E2B-DEF1-49E8-BB04-DAD9C5AD8152}" presName="sibTrans" presStyleLbl="sibTrans2D1" presStyleIdx="0" presStyleCnt="3"/>
      <dgm:spPr/>
    </dgm:pt>
    <dgm:pt modelId="{7F6F34CE-D823-493C-B030-C5CDCD38A172}" type="pres">
      <dgm:prSet presAssocID="{DD5C0E2B-DEF1-49E8-BB04-DAD9C5AD8152}" presName="connectorText" presStyleLbl="sibTrans2D1" presStyleIdx="0" presStyleCnt="3"/>
      <dgm:spPr/>
    </dgm:pt>
    <dgm:pt modelId="{AE563EE7-8D82-4C4C-9118-6EBBA3D9DD68}" type="pres">
      <dgm:prSet presAssocID="{82472013-1DBD-48BE-91C6-D27FB710A6EB}" presName="node" presStyleLbl="node1" presStyleIdx="1" presStyleCnt="4">
        <dgm:presLayoutVars>
          <dgm:bulletEnabled val="1"/>
        </dgm:presLayoutVars>
      </dgm:prSet>
      <dgm:spPr/>
    </dgm:pt>
    <dgm:pt modelId="{55C3F609-A3EF-4DAD-9991-45C0850570E2}" type="pres">
      <dgm:prSet presAssocID="{44C586E5-3125-48B4-8933-661904EFA6AF}" presName="sibTrans" presStyleLbl="sibTrans2D1" presStyleIdx="1" presStyleCnt="3"/>
      <dgm:spPr/>
    </dgm:pt>
    <dgm:pt modelId="{F2836A8C-C9F7-41CB-88EA-80160AE619AC}" type="pres">
      <dgm:prSet presAssocID="{44C586E5-3125-48B4-8933-661904EFA6AF}" presName="connectorText" presStyleLbl="sibTrans2D1" presStyleIdx="1" presStyleCnt="3"/>
      <dgm:spPr/>
    </dgm:pt>
    <dgm:pt modelId="{9C7330EE-CD2F-4A3E-BE16-C0F2CF4FE83F}" type="pres">
      <dgm:prSet presAssocID="{AFD50B4F-715A-4FC8-836C-37695D12E394}" presName="node" presStyleLbl="node1" presStyleIdx="2" presStyleCnt="4">
        <dgm:presLayoutVars>
          <dgm:bulletEnabled val="1"/>
        </dgm:presLayoutVars>
      </dgm:prSet>
      <dgm:spPr/>
    </dgm:pt>
    <dgm:pt modelId="{4ADBB645-2FBB-4F77-8B49-0395ADCF3B73}" type="pres">
      <dgm:prSet presAssocID="{03EE7B0A-4AD1-46B7-A617-A019E617DB74}" presName="sibTrans" presStyleLbl="sibTrans2D1" presStyleIdx="2" presStyleCnt="3"/>
      <dgm:spPr/>
    </dgm:pt>
    <dgm:pt modelId="{0AE38C88-A197-4E10-9847-952AAEC3E319}" type="pres">
      <dgm:prSet presAssocID="{03EE7B0A-4AD1-46B7-A617-A019E617DB74}" presName="connectorText" presStyleLbl="sibTrans2D1" presStyleIdx="2" presStyleCnt="3"/>
      <dgm:spPr/>
    </dgm:pt>
    <dgm:pt modelId="{82F8767B-F5B7-4C62-9D71-3D681E254A1E}" type="pres">
      <dgm:prSet presAssocID="{09A8C9C8-ED1F-46D2-B548-5DCCD4B3A069}" presName="node" presStyleLbl="node1" presStyleIdx="3" presStyleCnt="4">
        <dgm:presLayoutVars>
          <dgm:bulletEnabled val="1"/>
        </dgm:presLayoutVars>
      </dgm:prSet>
      <dgm:spPr/>
    </dgm:pt>
  </dgm:ptLst>
  <dgm:cxnLst>
    <dgm:cxn modelId="{ACD54007-D673-4398-B4C6-5C4BD933E1DF}" type="presOf" srcId="{AFD50B4F-715A-4FC8-836C-37695D12E394}" destId="{9C7330EE-CD2F-4A3E-BE16-C0F2CF4FE83F}" srcOrd="0" destOrd="0" presId="urn:microsoft.com/office/officeart/2005/8/layout/process1"/>
    <dgm:cxn modelId="{23D87820-CA25-4FAA-B517-B96F805F2BFB}" type="presOf" srcId="{DD5C0E2B-DEF1-49E8-BB04-DAD9C5AD8152}" destId="{7F6F34CE-D823-493C-B030-C5CDCD38A172}" srcOrd="1" destOrd="0" presId="urn:microsoft.com/office/officeart/2005/8/layout/process1"/>
    <dgm:cxn modelId="{D5856D27-DB45-4928-9038-8F0F093CA4B3}" type="presOf" srcId="{03EE7B0A-4AD1-46B7-A617-A019E617DB74}" destId="{0AE38C88-A197-4E10-9847-952AAEC3E319}" srcOrd="1" destOrd="0" presId="urn:microsoft.com/office/officeart/2005/8/layout/process1"/>
    <dgm:cxn modelId="{68EDDA2A-FEE9-42AD-9751-A54F5B97B6C6}" type="presOf" srcId="{09A8C9C8-ED1F-46D2-B548-5DCCD4B3A069}" destId="{82F8767B-F5B7-4C62-9D71-3D681E254A1E}" srcOrd="0" destOrd="0" presId="urn:microsoft.com/office/officeart/2005/8/layout/process1"/>
    <dgm:cxn modelId="{33C4162D-4255-45BC-8BD9-08BB4D7F3109}" type="presOf" srcId="{82472013-1DBD-48BE-91C6-D27FB710A6EB}" destId="{AE563EE7-8D82-4C4C-9118-6EBBA3D9DD68}" srcOrd="0" destOrd="0" presId="urn:microsoft.com/office/officeart/2005/8/layout/process1"/>
    <dgm:cxn modelId="{25C6DE69-8EA8-4999-8B63-15970DF922DE}" srcId="{533A6BF4-36C4-4DF7-A818-5056FBC03971}" destId="{AFD50B4F-715A-4FC8-836C-37695D12E394}" srcOrd="2" destOrd="0" parTransId="{B047E497-2CFE-4CEA-AC75-B93D4BE741CB}" sibTransId="{03EE7B0A-4AD1-46B7-A617-A019E617DB74}"/>
    <dgm:cxn modelId="{F9CE9A89-4955-4F51-8E3B-BFCDFBDA18E4}" type="presOf" srcId="{44C586E5-3125-48B4-8933-661904EFA6AF}" destId="{F2836A8C-C9F7-41CB-88EA-80160AE619AC}" srcOrd="1" destOrd="0" presId="urn:microsoft.com/office/officeart/2005/8/layout/process1"/>
    <dgm:cxn modelId="{D39EF29C-6CBD-4264-910E-62AEBF101D0D}" type="presOf" srcId="{DD5C0E2B-DEF1-49E8-BB04-DAD9C5AD8152}" destId="{AD6C6149-3F57-441D-92AA-084ECE704872}" srcOrd="0" destOrd="0" presId="urn:microsoft.com/office/officeart/2005/8/layout/process1"/>
    <dgm:cxn modelId="{23E49E9F-0C17-44B7-A71C-A8C829CACB8A}" srcId="{533A6BF4-36C4-4DF7-A818-5056FBC03971}" destId="{82472013-1DBD-48BE-91C6-D27FB710A6EB}" srcOrd="1" destOrd="0" parTransId="{DF33AEA6-6CE0-4979-87D0-855C5387A911}" sibTransId="{44C586E5-3125-48B4-8933-661904EFA6AF}"/>
    <dgm:cxn modelId="{2ED3B6A8-4084-4CA3-BFB2-B918B7175C55}" type="presOf" srcId="{3F7E7C69-F10A-4E80-AD33-852FE24CFCC4}" destId="{19715344-7CB3-4B01-904D-61EDC30FDFDE}" srcOrd="0" destOrd="0" presId="urn:microsoft.com/office/officeart/2005/8/layout/process1"/>
    <dgm:cxn modelId="{4D0451D0-FADC-4D5D-9D98-909C7FAF1150}" srcId="{533A6BF4-36C4-4DF7-A818-5056FBC03971}" destId="{3F7E7C69-F10A-4E80-AD33-852FE24CFCC4}" srcOrd="0" destOrd="0" parTransId="{D3E8B0DA-0422-43D8-B330-104905B65A65}" sibTransId="{DD5C0E2B-DEF1-49E8-BB04-DAD9C5AD8152}"/>
    <dgm:cxn modelId="{5BB659D6-E620-4B5D-9076-6D3765F426BA}" type="presOf" srcId="{44C586E5-3125-48B4-8933-661904EFA6AF}" destId="{55C3F609-A3EF-4DAD-9991-45C0850570E2}" srcOrd="0" destOrd="0" presId="urn:microsoft.com/office/officeart/2005/8/layout/process1"/>
    <dgm:cxn modelId="{E9D24BDC-104E-4988-A60F-38B00A0669CA}" srcId="{533A6BF4-36C4-4DF7-A818-5056FBC03971}" destId="{09A8C9C8-ED1F-46D2-B548-5DCCD4B3A069}" srcOrd="3" destOrd="0" parTransId="{320E2466-E69F-4F9C-AE1B-A408FD489016}" sibTransId="{75514A55-5656-42DD-8A73-0065BD841EA3}"/>
    <dgm:cxn modelId="{7F0BC8DC-0603-4718-A404-572C46B93C9D}" type="presOf" srcId="{03EE7B0A-4AD1-46B7-A617-A019E617DB74}" destId="{4ADBB645-2FBB-4F77-8B49-0395ADCF3B73}" srcOrd="0" destOrd="0" presId="urn:microsoft.com/office/officeart/2005/8/layout/process1"/>
    <dgm:cxn modelId="{DC03E1EB-3A76-432B-A617-A78E3957ADD4}" type="presOf" srcId="{533A6BF4-36C4-4DF7-A818-5056FBC03971}" destId="{289D69A9-FA73-4C12-916E-BB8B76A6E369}" srcOrd="0" destOrd="0" presId="urn:microsoft.com/office/officeart/2005/8/layout/process1"/>
    <dgm:cxn modelId="{A03CF9D1-A282-4A22-A6BF-9EBCF5EFA277}" type="presParOf" srcId="{289D69A9-FA73-4C12-916E-BB8B76A6E369}" destId="{19715344-7CB3-4B01-904D-61EDC30FDFDE}" srcOrd="0" destOrd="0" presId="urn:microsoft.com/office/officeart/2005/8/layout/process1"/>
    <dgm:cxn modelId="{F49C6ECF-EB15-407D-A5B0-B3269D24226B}" type="presParOf" srcId="{289D69A9-FA73-4C12-916E-BB8B76A6E369}" destId="{AD6C6149-3F57-441D-92AA-084ECE704872}" srcOrd="1" destOrd="0" presId="urn:microsoft.com/office/officeart/2005/8/layout/process1"/>
    <dgm:cxn modelId="{360D003A-8F99-47ED-A9BF-0ECBDFCB7962}" type="presParOf" srcId="{AD6C6149-3F57-441D-92AA-084ECE704872}" destId="{7F6F34CE-D823-493C-B030-C5CDCD38A172}" srcOrd="0" destOrd="0" presId="urn:microsoft.com/office/officeart/2005/8/layout/process1"/>
    <dgm:cxn modelId="{755B86FD-33B4-4FF9-948F-6D1177AB139B}" type="presParOf" srcId="{289D69A9-FA73-4C12-916E-BB8B76A6E369}" destId="{AE563EE7-8D82-4C4C-9118-6EBBA3D9DD68}" srcOrd="2" destOrd="0" presId="urn:microsoft.com/office/officeart/2005/8/layout/process1"/>
    <dgm:cxn modelId="{0A83D3E1-5907-4214-9E7E-06C3F9E5ECD0}" type="presParOf" srcId="{289D69A9-FA73-4C12-916E-BB8B76A6E369}" destId="{55C3F609-A3EF-4DAD-9991-45C0850570E2}" srcOrd="3" destOrd="0" presId="urn:microsoft.com/office/officeart/2005/8/layout/process1"/>
    <dgm:cxn modelId="{E3278F56-F503-4312-B358-F8B1D5D0E2C2}" type="presParOf" srcId="{55C3F609-A3EF-4DAD-9991-45C0850570E2}" destId="{F2836A8C-C9F7-41CB-88EA-80160AE619AC}" srcOrd="0" destOrd="0" presId="urn:microsoft.com/office/officeart/2005/8/layout/process1"/>
    <dgm:cxn modelId="{07AF0BC7-7569-44AE-9642-5FCCA83EC961}" type="presParOf" srcId="{289D69A9-FA73-4C12-916E-BB8B76A6E369}" destId="{9C7330EE-CD2F-4A3E-BE16-C0F2CF4FE83F}" srcOrd="4" destOrd="0" presId="urn:microsoft.com/office/officeart/2005/8/layout/process1"/>
    <dgm:cxn modelId="{111207A6-E091-4FEC-AA82-3E7019295077}" type="presParOf" srcId="{289D69A9-FA73-4C12-916E-BB8B76A6E369}" destId="{4ADBB645-2FBB-4F77-8B49-0395ADCF3B73}" srcOrd="5" destOrd="0" presId="urn:microsoft.com/office/officeart/2005/8/layout/process1"/>
    <dgm:cxn modelId="{439BE8BC-4FB8-4E36-94C6-4D8C668742DE}" type="presParOf" srcId="{4ADBB645-2FBB-4F77-8B49-0395ADCF3B73}" destId="{0AE38C88-A197-4E10-9847-952AAEC3E319}" srcOrd="0" destOrd="0" presId="urn:microsoft.com/office/officeart/2005/8/layout/process1"/>
    <dgm:cxn modelId="{5E9F5FAC-2600-4376-A917-E5FFBBB7FAF1}" type="presParOf" srcId="{289D69A9-FA73-4C12-916E-BB8B76A6E369}" destId="{82F8767B-F5B7-4C62-9D71-3D681E254A1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9AFFD3-6212-44C6-8322-34389221AE7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87810B-CE61-492F-8B7C-B7D541F3F0A0}">
      <dgm:prSet phldrT="[Text]"/>
      <dgm:spPr/>
      <dgm:t>
        <a:bodyPr/>
        <a:lstStyle/>
        <a:p>
          <a:r>
            <a:rPr lang="en-US"/>
            <a:t>cycle-1</a:t>
          </a:r>
        </a:p>
      </dgm:t>
    </dgm:pt>
    <dgm:pt modelId="{C9B17F96-C262-40D7-8E99-685774E0C03E}" type="parTrans" cxnId="{44A5BB17-08F1-4427-BA6B-15FD38506263}">
      <dgm:prSet/>
      <dgm:spPr/>
      <dgm:t>
        <a:bodyPr/>
        <a:lstStyle/>
        <a:p>
          <a:endParaRPr lang="en-US"/>
        </a:p>
      </dgm:t>
    </dgm:pt>
    <dgm:pt modelId="{9051A8C1-1658-433F-BEFB-9E7776505760}" type="sibTrans" cxnId="{44A5BB17-08F1-4427-BA6B-15FD38506263}">
      <dgm:prSet/>
      <dgm:spPr/>
      <dgm:t>
        <a:bodyPr/>
        <a:lstStyle/>
        <a:p>
          <a:endParaRPr lang="en-US"/>
        </a:p>
      </dgm:t>
    </dgm:pt>
    <dgm:pt modelId="{5AA36DBF-3971-4CB9-8E69-4C6E971947ED}">
      <dgm:prSet phldrT="[Text]"/>
      <dgm:spPr/>
      <dgm:t>
        <a:bodyPr/>
        <a:lstStyle/>
        <a:p>
          <a:r>
            <a:rPr lang="en-US"/>
            <a:t>cycle-2</a:t>
          </a:r>
        </a:p>
      </dgm:t>
    </dgm:pt>
    <dgm:pt modelId="{2F5F0BD3-A9B7-4178-B4F8-BA39DDE4B7F7}" type="parTrans" cxnId="{CB37F969-9783-46E3-8DA3-A0E8F6FC8560}">
      <dgm:prSet/>
      <dgm:spPr/>
      <dgm:t>
        <a:bodyPr/>
        <a:lstStyle/>
        <a:p>
          <a:endParaRPr lang="en-US"/>
        </a:p>
      </dgm:t>
    </dgm:pt>
    <dgm:pt modelId="{876E22DE-D213-4305-812B-D31ADCE1F487}" type="sibTrans" cxnId="{CB37F969-9783-46E3-8DA3-A0E8F6FC8560}">
      <dgm:prSet/>
      <dgm:spPr/>
      <dgm:t>
        <a:bodyPr/>
        <a:lstStyle/>
        <a:p>
          <a:endParaRPr lang="en-US"/>
        </a:p>
      </dgm:t>
    </dgm:pt>
    <dgm:pt modelId="{1C9B8904-0A3C-4811-B144-E19879E5F756}">
      <dgm:prSet phldrT="[Text]"/>
      <dgm:spPr/>
      <dgm:t>
        <a:bodyPr/>
        <a:lstStyle/>
        <a:p>
          <a:r>
            <a:rPr lang="en-US"/>
            <a:t>cycle-3</a:t>
          </a:r>
        </a:p>
      </dgm:t>
    </dgm:pt>
    <dgm:pt modelId="{25EFAFAD-6987-4FC1-8875-464AB440A216}" type="parTrans" cxnId="{5FDF454A-B55E-4CF9-8B66-55FD85A27982}">
      <dgm:prSet/>
      <dgm:spPr/>
      <dgm:t>
        <a:bodyPr/>
        <a:lstStyle/>
        <a:p>
          <a:endParaRPr lang="en-US"/>
        </a:p>
      </dgm:t>
    </dgm:pt>
    <dgm:pt modelId="{AC71EB85-B42D-47E6-B02C-93083CBBE3C1}" type="sibTrans" cxnId="{5FDF454A-B55E-4CF9-8B66-55FD85A27982}">
      <dgm:prSet/>
      <dgm:spPr/>
      <dgm:t>
        <a:bodyPr/>
        <a:lstStyle/>
        <a:p>
          <a:endParaRPr lang="en-US"/>
        </a:p>
      </dgm:t>
    </dgm:pt>
    <dgm:pt modelId="{05D0FFB2-D83A-4FE3-8A4F-002E32F09691}">
      <dgm:prSet phldrT="[Text]"/>
      <dgm:spPr/>
      <dgm:t>
        <a:bodyPr/>
        <a:lstStyle/>
        <a:p>
          <a:r>
            <a:rPr lang="en-US"/>
            <a:t>cycle-4</a:t>
          </a:r>
        </a:p>
      </dgm:t>
    </dgm:pt>
    <dgm:pt modelId="{9A74643C-E393-48DD-AFDA-5F11143AC7FD}" type="parTrans" cxnId="{9756E5B4-3DC2-4AE2-A7DE-4B65FF4D2788}">
      <dgm:prSet/>
      <dgm:spPr/>
      <dgm:t>
        <a:bodyPr/>
        <a:lstStyle/>
        <a:p>
          <a:endParaRPr lang="en-US"/>
        </a:p>
      </dgm:t>
    </dgm:pt>
    <dgm:pt modelId="{97800973-1876-4EAA-B3D5-CEE4BCDC53AF}" type="sibTrans" cxnId="{9756E5B4-3DC2-4AE2-A7DE-4B65FF4D2788}">
      <dgm:prSet/>
      <dgm:spPr/>
      <dgm:t>
        <a:bodyPr/>
        <a:lstStyle/>
        <a:p>
          <a:endParaRPr lang="en-US"/>
        </a:p>
      </dgm:t>
    </dgm:pt>
    <dgm:pt modelId="{261CC0FF-6524-4A62-BE8E-E6708FD7F71B}">
      <dgm:prSet phldrT="[Text]"/>
      <dgm:spPr/>
      <dgm:t>
        <a:bodyPr/>
        <a:lstStyle/>
        <a:p>
          <a:r>
            <a:rPr lang="en-US"/>
            <a:t>cycle-5</a:t>
          </a:r>
        </a:p>
      </dgm:t>
    </dgm:pt>
    <dgm:pt modelId="{9C053813-9FE4-4F82-B7BD-E6D2C12AF3CA}" type="parTrans" cxnId="{1381320E-AA40-483B-B961-4D0B5580BD98}">
      <dgm:prSet/>
      <dgm:spPr/>
      <dgm:t>
        <a:bodyPr/>
        <a:lstStyle/>
        <a:p>
          <a:endParaRPr lang="en-US"/>
        </a:p>
      </dgm:t>
    </dgm:pt>
    <dgm:pt modelId="{2FBAF0EA-24F1-4465-BB37-AC6E447BDD8B}" type="sibTrans" cxnId="{1381320E-AA40-483B-B961-4D0B5580BD98}">
      <dgm:prSet/>
      <dgm:spPr/>
      <dgm:t>
        <a:bodyPr/>
        <a:lstStyle/>
        <a:p>
          <a:endParaRPr lang="en-US"/>
        </a:p>
      </dgm:t>
    </dgm:pt>
    <dgm:pt modelId="{4DE68854-71BC-47E9-990C-2CD7652C5390}" type="pres">
      <dgm:prSet presAssocID="{6D9AFFD3-6212-44C6-8322-34389221AE7F}" presName="cycle" presStyleCnt="0">
        <dgm:presLayoutVars>
          <dgm:dir/>
          <dgm:resizeHandles val="exact"/>
        </dgm:presLayoutVars>
      </dgm:prSet>
      <dgm:spPr/>
    </dgm:pt>
    <dgm:pt modelId="{E89A24FB-DE44-4CE8-BBF5-E9D28D5EB3CB}" type="pres">
      <dgm:prSet presAssocID="{BD87810B-CE61-492F-8B7C-B7D541F3F0A0}" presName="node" presStyleLbl="node1" presStyleIdx="0" presStyleCnt="5">
        <dgm:presLayoutVars>
          <dgm:bulletEnabled val="1"/>
        </dgm:presLayoutVars>
      </dgm:prSet>
      <dgm:spPr/>
    </dgm:pt>
    <dgm:pt modelId="{E329E8C1-91D2-4007-BDE3-9BD40D91C360}" type="pres">
      <dgm:prSet presAssocID="{9051A8C1-1658-433F-BEFB-9E7776505760}" presName="sibTrans" presStyleLbl="sibTrans2D1" presStyleIdx="0" presStyleCnt="5"/>
      <dgm:spPr/>
    </dgm:pt>
    <dgm:pt modelId="{91205052-07F2-4F81-98F9-1BCC276F790A}" type="pres">
      <dgm:prSet presAssocID="{9051A8C1-1658-433F-BEFB-9E7776505760}" presName="connectorText" presStyleLbl="sibTrans2D1" presStyleIdx="0" presStyleCnt="5"/>
      <dgm:spPr/>
    </dgm:pt>
    <dgm:pt modelId="{67026D0B-9B86-43E3-9308-CB9C893A87D8}" type="pres">
      <dgm:prSet presAssocID="{5AA36DBF-3971-4CB9-8E69-4C6E971947ED}" presName="node" presStyleLbl="node1" presStyleIdx="1" presStyleCnt="5">
        <dgm:presLayoutVars>
          <dgm:bulletEnabled val="1"/>
        </dgm:presLayoutVars>
      </dgm:prSet>
      <dgm:spPr/>
    </dgm:pt>
    <dgm:pt modelId="{33A2565C-A993-422E-9B16-09D5733FE836}" type="pres">
      <dgm:prSet presAssocID="{876E22DE-D213-4305-812B-D31ADCE1F487}" presName="sibTrans" presStyleLbl="sibTrans2D1" presStyleIdx="1" presStyleCnt="5"/>
      <dgm:spPr/>
    </dgm:pt>
    <dgm:pt modelId="{79D3BE0C-6C97-4B2E-A8C5-178D683CC81C}" type="pres">
      <dgm:prSet presAssocID="{876E22DE-D213-4305-812B-D31ADCE1F487}" presName="connectorText" presStyleLbl="sibTrans2D1" presStyleIdx="1" presStyleCnt="5"/>
      <dgm:spPr/>
    </dgm:pt>
    <dgm:pt modelId="{23D3B54F-B53A-41F4-985A-B67A2D759050}" type="pres">
      <dgm:prSet presAssocID="{1C9B8904-0A3C-4811-B144-E19879E5F756}" presName="node" presStyleLbl="node1" presStyleIdx="2" presStyleCnt="5">
        <dgm:presLayoutVars>
          <dgm:bulletEnabled val="1"/>
        </dgm:presLayoutVars>
      </dgm:prSet>
      <dgm:spPr/>
    </dgm:pt>
    <dgm:pt modelId="{222DDF27-B903-4490-8E31-B3BE948DA2E6}" type="pres">
      <dgm:prSet presAssocID="{AC71EB85-B42D-47E6-B02C-93083CBBE3C1}" presName="sibTrans" presStyleLbl="sibTrans2D1" presStyleIdx="2" presStyleCnt="5"/>
      <dgm:spPr/>
    </dgm:pt>
    <dgm:pt modelId="{35D8F79C-495D-4CA4-966A-DBB13CF17EEB}" type="pres">
      <dgm:prSet presAssocID="{AC71EB85-B42D-47E6-B02C-93083CBBE3C1}" presName="connectorText" presStyleLbl="sibTrans2D1" presStyleIdx="2" presStyleCnt="5"/>
      <dgm:spPr/>
    </dgm:pt>
    <dgm:pt modelId="{D28E0CB5-3FFC-4517-A0AF-C2EA2CB16FED}" type="pres">
      <dgm:prSet presAssocID="{05D0FFB2-D83A-4FE3-8A4F-002E32F09691}" presName="node" presStyleLbl="node1" presStyleIdx="3" presStyleCnt="5">
        <dgm:presLayoutVars>
          <dgm:bulletEnabled val="1"/>
        </dgm:presLayoutVars>
      </dgm:prSet>
      <dgm:spPr/>
    </dgm:pt>
    <dgm:pt modelId="{9DA09981-3621-49D2-9AE3-012320FEE988}" type="pres">
      <dgm:prSet presAssocID="{97800973-1876-4EAA-B3D5-CEE4BCDC53AF}" presName="sibTrans" presStyleLbl="sibTrans2D1" presStyleIdx="3" presStyleCnt="5"/>
      <dgm:spPr/>
    </dgm:pt>
    <dgm:pt modelId="{E6198D96-C565-4250-9579-FD20B5601E9C}" type="pres">
      <dgm:prSet presAssocID="{97800973-1876-4EAA-B3D5-CEE4BCDC53AF}" presName="connectorText" presStyleLbl="sibTrans2D1" presStyleIdx="3" presStyleCnt="5"/>
      <dgm:spPr/>
    </dgm:pt>
    <dgm:pt modelId="{66600033-1C80-4D27-A0D8-A36DC0204AED}" type="pres">
      <dgm:prSet presAssocID="{261CC0FF-6524-4A62-BE8E-E6708FD7F71B}" presName="node" presStyleLbl="node1" presStyleIdx="4" presStyleCnt="5">
        <dgm:presLayoutVars>
          <dgm:bulletEnabled val="1"/>
        </dgm:presLayoutVars>
      </dgm:prSet>
      <dgm:spPr/>
    </dgm:pt>
    <dgm:pt modelId="{8C713A27-437E-4E5D-BC62-046B1C49026E}" type="pres">
      <dgm:prSet presAssocID="{2FBAF0EA-24F1-4465-BB37-AC6E447BDD8B}" presName="sibTrans" presStyleLbl="sibTrans2D1" presStyleIdx="4" presStyleCnt="5"/>
      <dgm:spPr/>
    </dgm:pt>
    <dgm:pt modelId="{97CC5554-C7A5-4104-B4C4-DF53180B34AF}" type="pres">
      <dgm:prSet presAssocID="{2FBAF0EA-24F1-4465-BB37-AC6E447BDD8B}" presName="connectorText" presStyleLbl="sibTrans2D1" presStyleIdx="4" presStyleCnt="5"/>
      <dgm:spPr/>
    </dgm:pt>
  </dgm:ptLst>
  <dgm:cxnLst>
    <dgm:cxn modelId="{AC750804-CDD7-4805-A18B-9A43BCEAE2DB}" type="presOf" srcId="{5AA36DBF-3971-4CB9-8E69-4C6E971947ED}" destId="{67026D0B-9B86-43E3-9308-CB9C893A87D8}" srcOrd="0" destOrd="0" presId="urn:microsoft.com/office/officeart/2005/8/layout/cycle2"/>
    <dgm:cxn modelId="{1381320E-AA40-483B-B961-4D0B5580BD98}" srcId="{6D9AFFD3-6212-44C6-8322-34389221AE7F}" destId="{261CC0FF-6524-4A62-BE8E-E6708FD7F71B}" srcOrd="4" destOrd="0" parTransId="{9C053813-9FE4-4F82-B7BD-E6D2C12AF3CA}" sibTransId="{2FBAF0EA-24F1-4465-BB37-AC6E447BDD8B}"/>
    <dgm:cxn modelId="{44A5BB17-08F1-4427-BA6B-15FD38506263}" srcId="{6D9AFFD3-6212-44C6-8322-34389221AE7F}" destId="{BD87810B-CE61-492F-8B7C-B7D541F3F0A0}" srcOrd="0" destOrd="0" parTransId="{C9B17F96-C262-40D7-8E99-685774E0C03E}" sibTransId="{9051A8C1-1658-433F-BEFB-9E7776505760}"/>
    <dgm:cxn modelId="{B2BF7818-F19B-4C61-B2EC-887AA9658C62}" type="presOf" srcId="{9051A8C1-1658-433F-BEFB-9E7776505760}" destId="{91205052-07F2-4F81-98F9-1BCC276F790A}" srcOrd="1" destOrd="0" presId="urn:microsoft.com/office/officeart/2005/8/layout/cycle2"/>
    <dgm:cxn modelId="{94A31336-9B5C-42F5-AA95-6DAD9C4BBC1A}" type="presOf" srcId="{97800973-1876-4EAA-B3D5-CEE4BCDC53AF}" destId="{9DA09981-3621-49D2-9AE3-012320FEE988}" srcOrd="0" destOrd="0" presId="urn:microsoft.com/office/officeart/2005/8/layout/cycle2"/>
    <dgm:cxn modelId="{F499213B-42B2-4A5D-AE7B-0AE04078ADFA}" type="presOf" srcId="{2FBAF0EA-24F1-4465-BB37-AC6E447BDD8B}" destId="{97CC5554-C7A5-4104-B4C4-DF53180B34AF}" srcOrd="1" destOrd="0" presId="urn:microsoft.com/office/officeart/2005/8/layout/cycle2"/>
    <dgm:cxn modelId="{CB37F969-9783-46E3-8DA3-A0E8F6FC8560}" srcId="{6D9AFFD3-6212-44C6-8322-34389221AE7F}" destId="{5AA36DBF-3971-4CB9-8E69-4C6E971947ED}" srcOrd="1" destOrd="0" parTransId="{2F5F0BD3-A9B7-4178-B4F8-BA39DDE4B7F7}" sibTransId="{876E22DE-D213-4305-812B-D31ADCE1F487}"/>
    <dgm:cxn modelId="{5FDF454A-B55E-4CF9-8B66-55FD85A27982}" srcId="{6D9AFFD3-6212-44C6-8322-34389221AE7F}" destId="{1C9B8904-0A3C-4811-B144-E19879E5F756}" srcOrd="2" destOrd="0" parTransId="{25EFAFAD-6987-4FC1-8875-464AB440A216}" sibTransId="{AC71EB85-B42D-47E6-B02C-93083CBBE3C1}"/>
    <dgm:cxn modelId="{9007EF70-5D58-4AE9-ACE6-AEB26B240D47}" type="presOf" srcId="{261CC0FF-6524-4A62-BE8E-E6708FD7F71B}" destId="{66600033-1C80-4D27-A0D8-A36DC0204AED}" srcOrd="0" destOrd="0" presId="urn:microsoft.com/office/officeart/2005/8/layout/cycle2"/>
    <dgm:cxn modelId="{390DB576-F8B9-4117-9203-486B9DE3E717}" type="presOf" srcId="{1C9B8904-0A3C-4811-B144-E19879E5F756}" destId="{23D3B54F-B53A-41F4-985A-B67A2D759050}" srcOrd="0" destOrd="0" presId="urn:microsoft.com/office/officeart/2005/8/layout/cycle2"/>
    <dgm:cxn modelId="{19575F77-04B2-4D42-A027-540780C420E0}" type="presOf" srcId="{876E22DE-D213-4305-812B-D31ADCE1F487}" destId="{33A2565C-A993-422E-9B16-09D5733FE836}" srcOrd="0" destOrd="0" presId="urn:microsoft.com/office/officeart/2005/8/layout/cycle2"/>
    <dgm:cxn modelId="{ED60B27A-765D-45A0-A94D-8D68799B7F3B}" type="presOf" srcId="{97800973-1876-4EAA-B3D5-CEE4BCDC53AF}" destId="{E6198D96-C565-4250-9579-FD20B5601E9C}" srcOrd="1" destOrd="0" presId="urn:microsoft.com/office/officeart/2005/8/layout/cycle2"/>
    <dgm:cxn modelId="{08CBF59B-B9A0-4CDC-AE11-66D37C16F1C7}" type="presOf" srcId="{05D0FFB2-D83A-4FE3-8A4F-002E32F09691}" destId="{D28E0CB5-3FFC-4517-A0AF-C2EA2CB16FED}" srcOrd="0" destOrd="0" presId="urn:microsoft.com/office/officeart/2005/8/layout/cycle2"/>
    <dgm:cxn modelId="{A06BB9AC-38BD-43F0-B9FA-1AB1FC1C0610}" type="presOf" srcId="{BD87810B-CE61-492F-8B7C-B7D541F3F0A0}" destId="{E89A24FB-DE44-4CE8-BBF5-E9D28D5EB3CB}" srcOrd="0" destOrd="0" presId="urn:microsoft.com/office/officeart/2005/8/layout/cycle2"/>
    <dgm:cxn modelId="{9756E5B4-3DC2-4AE2-A7DE-4B65FF4D2788}" srcId="{6D9AFFD3-6212-44C6-8322-34389221AE7F}" destId="{05D0FFB2-D83A-4FE3-8A4F-002E32F09691}" srcOrd="3" destOrd="0" parTransId="{9A74643C-E393-48DD-AFDA-5F11143AC7FD}" sibTransId="{97800973-1876-4EAA-B3D5-CEE4BCDC53AF}"/>
    <dgm:cxn modelId="{54896AB9-B825-4994-9368-889AB876ED43}" type="presOf" srcId="{AC71EB85-B42D-47E6-B02C-93083CBBE3C1}" destId="{222DDF27-B903-4490-8E31-B3BE948DA2E6}" srcOrd="0" destOrd="0" presId="urn:microsoft.com/office/officeart/2005/8/layout/cycle2"/>
    <dgm:cxn modelId="{501418C6-5F49-4DE4-9C12-C4834FACD412}" type="presOf" srcId="{6D9AFFD3-6212-44C6-8322-34389221AE7F}" destId="{4DE68854-71BC-47E9-990C-2CD7652C5390}" srcOrd="0" destOrd="0" presId="urn:microsoft.com/office/officeart/2005/8/layout/cycle2"/>
    <dgm:cxn modelId="{A9F5ACCD-6598-4C7A-B28D-314D917EB00A}" type="presOf" srcId="{AC71EB85-B42D-47E6-B02C-93083CBBE3C1}" destId="{35D8F79C-495D-4CA4-966A-DBB13CF17EEB}" srcOrd="1" destOrd="0" presId="urn:microsoft.com/office/officeart/2005/8/layout/cycle2"/>
    <dgm:cxn modelId="{D8451DCE-9BC4-4472-9EC4-C6A96BC32952}" type="presOf" srcId="{876E22DE-D213-4305-812B-D31ADCE1F487}" destId="{79D3BE0C-6C97-4B2E-A8C5-178D683CC81C}" srcOrd="1" destOrd="0" presId="urn:microsoft.com/office/officeart/2005/8/layout/cycle2"/>
    <dgm:cxn modelId="{F7D164E0-C5D4-498F-8108-EEA49BF74C7D}" type="presOf" srcId="{2FBAF0EA-24F1-4465-BB37-AC6E447BDD8B}" destId="{8C713A27-437E-4E5D-BC62-046B1C49026E}" srcOrd="0" destOrd="0" presId="urn:microsoft.com/office/officeart/2005/8/layout/cycle2"/>
    <dgm:cxn modelId="{3E0C80ED-BAC8-433C-97C3-721645655A33}" type="presOf" srcId="{9051A8C1-1658-433F-BEFB-9E7776505760}" destId="{E329E8C1-91D2-4007-BDE3-9BD40D91C360}" srcOrd="0" destOrd="0" presId="urn:microsoft.com/office/officeart/2005/8/layout/cycle2"/>
    <dgm:cxn modelId="{EDA286A0-8F3B-4BF7-B71E-C7DFC17AA761}" type="presParOf" srcId="{4DE68854-71BC-47E9-990C-2CD7652C5390}" destId="{E89A24FB-DE44-4CE8-BBF5-E9D28D5EB3CB}" srcOrd="0" destOrd="0" presId="urn:microsoft.com/office/officeart/2005/8/layout/cycle2"/>
    <dgm:cxn modelId="{3A460999-30EE-4BD6-9CD9-C565AEC999C5}" type="presParOf" srcId="{4DE68854-71BC-47E9-990C-2CD7652C5390}" destId="{E329E8C1-91D2-4007-BDE3-9BD40D91C360}" srcOrd="1" destOrd="0" presId="urn:microsoft.com/office/officeart/2005/8/layout/cycle2"/>
    <dgm:cxn modelId="{4A6133E4-822E-402C-9B1F-42DBF2BFC941}" type="presParOf" srcId="{E329E8C1-91D2-4007-BDE3-9BD40D91C360}" destId="{91205052-07F2-4F81-98F9-1BCC276F790A}" srcOrd="0" destOrd="0" presId="urn:microsoft.com/office/officeart/2005/8/layout/cycle2"/>
    <dgm:cxn modelId="{BC7307B3-BB9E-4503-97DE-AF51A387DF7C}" type="presParOf" srcId="{4DE68854-71BC-47E9-990C-2CD7652C5390}" destId="{67026D0B-9B86-43E3-9308-CB9C893A87D8}" srcOrd="2" destOrd="0" presId="urn:microsoft.com/office/officeart/2005/8/layout/cycle2"/>
    <dgm:cxn modelId="{50B6ABA1-DB76-44AC-A5A1-E5E4E88A29DB}" type="presParOf" srcId="{4DE68854-71BC-47E9-990C-2CD7652C5390}" destId="{33A2565C-A993-422E-9B16-09D5733FE836}" srcOrd="3" destOrd="0" presId="urn:microsoft.com/office/officeart/2005/8/layout/cycle2"/>
    <dgm:cxn modelId="{022C6A9F-9CE2-49C4-ACDA-A757E250A3D0}" type="presParOf" srcId="{33A2565C-A993-422E-9B16-09D5733FE836}" destId="{79D3BE0C-6C97-4B2E-A8C5-178D683CC81C}" srcOrd="0" destOrd="0" presId="urn:microsoft.com/office/officeart/2005/8/layout/cycle2"/>
    <dgm:cxn modelId="{1E5407FF-4253-4B99-9002-BAE4AA980B00}" type="presParOf" srcId="{4DE68854-71BC-47E9-990C-2CD7652C5390}" destId="{23D3B54F-B53A-41F4-985A-B67A2D759050}" srcOrd="4" destOrd="0" presId="urn:microsoft.com/office/officeart/2005/8/layout/cycle2"/>
    <dgm:cxn modelId="{27040729-BDD8-4D3D-90A8-6E9C0E6FB82A}" type="presParOf" srcId="{4DE68854-71BC-47E9-990C-2CD7652C5390}" destId="{222DDF27-B903-4490-8E31-B3BE948DA2E6}" srcOrd="5" destOrd="0" presId="urn:microsoft.com/office/officeart/2005/8/layout/cycle2"/>
    <dgm:cxn modelId="{CD599514-B5E3-4A1C-AE13-CCCB7A66953F}" type="presParOf" srcId="{222DDF27-B903-4490-8E31-B3BE948DA2E6}" destId="{35D8F79C-495D-4CA4-966A-DBB13CF17EEB}" srcOrd="0" destOrd="0" presId="urn:microsoft.com/office/officeart/2005/8/layout/cycle2"/>
    <dgm:cxn modelId="{403895BF-F8F3-49CE-8D54-F1A89A6F839E}" type="presParOf" srcId="{4DE68854-71BC-47E9-990C-2CD7652C5390}" destId="{D28E0CB5-3FFC-4517-A0AF-C2EA2CB16FED}" srcOrd="6" destOrd="0" presId="urn:microsoft.com/office/officeart/2005/8/layout/cycle2"/>
    <dgm:cxn modelId="{8A757284-3565-41AC-B564-E43E5404E99C}" type="presParOf" srcId="{4DE68854-71BC-47E9-990C-2CD7652C5390}" destId="{9DA09981-3621-49D2-9AE3-012320FEE988}" srcOrd="7" destOrd="0" presId="urn:microsoft.com/office/officeart/2005/8/layout/cycle2"/>
    <dgm:cxn modelId="{FCE22EA1-6F16-4697-BC82-C5B021114029}" type="presParOf" srcId="{9DA09981-3621-49D2-9AE3-012320FEE988}" destId="{E6198D96-C565-4250-9579-FD20B5601E9C}" srcOrd="0" destOrd="0" presId="urn:microsoft.com/office/officeart/2005/8/layout/cycle2"/>
    <dgm:cxn modelId="{F9C0FF6D-0165-42D3-88A6-3E948B6C3BE7}" type="presParOf" srcId="{4DE68854-71BC-47E9-990C-2CD7652C5390}" destId="{66600033-1C80-4D27-A0D8-A36DC0204AED}" srcOrd="8" destOrd="0" presId="urn:microsoft.com/office/officeart/2005/8/layout/cycle2"/>
    <dgm:cxn modelId="{77F9C843-24B1-4096-836C-8E6641FD7A89}" type="presParOf" srcId="{4DE68854-71BC-47E9-990C-2CD7652C5390}" destId="{8C713A27-437E-4E5D-BC62-046B1C49026E}" srcOrd="9" destOrd="0" presId="urn:microsoft.com/office/officeart/2005/8/layout/cycle2"/>
    <dgm:cxn modelId="{052581A9-29F0-4AB0-A89B-F72A4621D12C}" type="presParOf" srcId="{8C713A27-437E-4E5D-BC62-046B1C49026E}" destId="{97CC5554-C7A5-4104-B4C4-DF53180B34A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AC8D34-B0E7-4FBE-93BD-D86DFDE14550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3961B8-0DCD-4D79-A829-747BB2510090}">
      <dgm:prSet phldrT="[Text]"/>
      <dgm:spPr/>
      <dgm:t>
        <a:bodyPr/>
        <a:lstStyle/>
        <a:p>
          <a:r>
            <a:rPr lang="en-US"/>
            <a:t>pic-1</a:t>
          </a:r>
        </a:p>
      </dgm:t>
    </dgm:pt>
    <dgm:pt modelId="{3712DDC2-695A-4FFB-9FFA-6D0BA49EF3C4}" type="parTrans" cxnId="{960A072C-5B45-4F4B-99DC-46E8532EED93}">
      <dgm:prSet/>
      <dgm:spPr/>
      <dgm:t>
        <a:bodyPr/>
        <a:lstStyle/>
        <a:p>
          <a:endParaRPr lang="en-US"/>
        </a:p>
      </dgm:t>
    </dgm:pt>
    <dgm:pt modelId="{370F8ABF-934C-44FE-AD49-F0C66359A9F8}" type="sibTrans" cxnId="{960A072C-5B45-4F4B-99DC-46E8532EED93}">
      <dgm:prSet/>
      <dgm:spPr/>
      <dgm:t>
        <a:bodyPr/>
        <a:lstStyle/>
        <a:p>
          <a:endParaRPr lang="en-US"/>
        </a:p>
      </dgm:t>
    </dgm:pt>
    <dgm:pt modelId="{8FC7B237-9C56-4375-AE33-16550E81F13A}">
      <dgm:prSet phldrT="[Text]"/>
      <dgm:spPr/>
      <dgm:t>
        <a:bodyPr/>
        <a:lstStyle/>
        <a:p>
          <a:r>
            <a:rPr lang="en-US"/>
            <a:t>pic-2</a:t>
          </a:r>
        </a:p>
      </dgm:t>
    </dgm:pt>
    <dgm:pt modelId="{2D4694A9-A3EC-4560-B96F-C5891F9DF8F8}" type="parTrans" cxnId="{85651A93-7FEE-4092-868B-8278627B5497}">
      <dgm:prSet/>
      <dgm:spPr/>
      <dgm:t>
        <a:bodyPr/>
        <a:lstStyle/>
        <a:p>
          <a:endParaRPr lang="en-US"/>
        </a:p>
      </dgm:t>
    </dgm:pt>
    <dgm:pt modelId="{3CBF0480-2495-4F80-B030-2C6044D564CE}" type="sibTrans" cxnId="{85651A93-7FEE-4092-868B-8278627B5497}">
      <dgm:prSet/>
      <dgm:spPr/>
      <dgm:t>
        <a:bodyPr/>
        <a:lstStyle/>
        <a:p>
          <a:endParaRPr lang="en-US"/>
        </a:p>
      </dgm:t>
    </dgm:pt>
    <dgm:pt modelId="{6F087B99-26A6-4EA5-8767-A1823DAC6E3A}">
      <dgm:prSet phldrT="[Text]"/>
      <dgm:spPr/>
      <dgm:t>
        <a:bodyPr/>
        <a:lstStyle/>
        <a:p>
          <a:r>
            <a:rPr lang="en-US"/>
            <a:t>pic-3</a:t>
          </a:r>
        </a:p>
      </dgm:t>
    </dgm:pt>
    <dgm:pt modelId="{121D9BC1-6360-4771-85CB-88BC27CB677C}" type="parTrans" cxnId="{07F1AD95-1459-40BC-9816-6C45A0CF06E7}">
      <dgm:prSet/>
      <dgm:spPr/>
      <dgm:t>
        <a:bodyPr/>
        <a:lstStyle/>
        <a:p>
          <a:endParaRPr lang="en-US"/>
        </a:p>
      </dgm:t>
    </dgm:pt>
    <dgm:pt modelId="{EE9F0C17-F858-4154-B092-32B8A1FDD9D9}" type="sibTrans" cxnId="{07F1AD95-1459-40BC-9816-6C45A0CF06E7}">
      <dgm:prSet/>
      <dgm:spPr/>
      <dgm:t>
        <a:bodyPr/>
        <a:lstStyle/>
        <a:p>
          <a:endParaRPr lang="en-US"/>
        </a:p>
      </dgm:t>
    </dgm:pt>
    <dgm:pt modelId="{6A586C1B-8B84-49D0-A0B3-0D5090AA916F}">
      <dgm:prSet phldrT="[Text]"/>
      <dgm:spPr/>
      <dgm:t>
        <a:bodyPr/>
        <a:lstStyle/>
        <a:p>
          <a:r>
            <a:rPr lang="en-US"/>
            <a:t>pic-4</a:t>
          </a:r>
        </a:p>
      </dgm:t>
    </dgm:pt>
    <dgm:pt modelId="{37469935-906C-45A3-9632-2D1381A37E41}" type="parTrans" cxnId="{54564D1F-84AC-408D-AF12-CF2BCAA5AB51}">
      <dgm:prSet/>
      <dgm:spPr/>
      <dgm:t>
        <a:bodyPr/>
        <a:lstStyle/>
        <a:p>
          <a:endParaRPr lang="en-US"/>
        </a:p>
      </dgm:t>
    </dgm:pt>
    <dgm:pt modelId="{CE56ACB8-220D-4CB8-9B7B-1AC5F8C91380}" type="sibTrans" cxnId="{54564D1F-84AC-408D-AF12-CF2BCAA5AB51}">
      <dgm:prSet/>
      <dgm:spPr/>
      <dgm:t>
        <a:bodyPr/>
        <a:lstStyle/>
        <a:p>
          <a:endParaRPr lang="en-US"/>
        </a:p>
      </dgm:t>
    </dgm:pt>
    <dgm:pt modelId="{BBEE7406-B9C4-4785-9530-FADD02AD3E7B}" type="pres">
      <dgm:prSet presAssocID="{ABAC8D34-B0E7-4FBE-93BD-D86DFDE14550}" presName="Name0" presStyleCnt="0">
        <dgm:presLayoutVars>
          <dgm:dir/>
          <dgm:resizeHandles val="exact"/>
        </dgm:presLayoutVars>
      </dgm:prSet>
      <dgm:spPr/>
    </dgm:pt>
    <dgm:pt modelId="{196ADD2C-3C41-49DC-848A-6A6C2FB1C92A}" type="pres">
      <dgm:prSet presAssocID="{B13961B8-0DCD-4D79-A829-747BB2510090}" presName="compNode" presStyleCnt="0"/>
      <dgm:spPr/>
    </dgm:pt>
    <dgm:pt modelId="{1507107B-A151-40F4-88FF-CC427D8F87B1}" type="pres">
      <dgm:prSet presAssocID="{B13961B8-0DCD-4D79-A829-747BB2510090}" presName="pictRect" presStyleLbl="node1" presStyleIdx="0" presStyleCnt="4"/>
      <dgm:spPr/>
    </dgm:pt>
    <dgm:pt modelId="{E309E849-A461-4AE9-87D4-08D1158227A3}" type="pres">
      <dgm:prSet presAssocID="{B13961B8-0DCD-4D79-A829-747BB2510090}" presName="textRect" presStyleLbl="revTx" presStyleIdx="0" presStyleCnt="4">
        <dgm:presLayoutVars>
          <dgm:bulletEnabled val="1"/>
        </dgm:presLayoutVars>
      </dgm:prSet>
      <dgm:spPr/>
    </dgm:pt>
    <dgm:pt modelId="{021735FD-7975-4ED9-8B93-586E61A3EB8D}" type="pres">
      <dgm:prSet presAssocID="{370F8ABF-934C-44FE-AD49-F0C66359A9F8}" presName="sibTrans" presStyleLbl="sibTrans2D1" presStyleIdx="0" presStyleCnt="0"/>
      <dgm:spPr/>
    </dgm:pt>
    <dgm:pt modelId="{E1313DDF-3DBD-4DE4-92C8-A973CA029F32}" type="pres">
      <dgm:prSet presAssocID="{8FC7B237-9C56-4375-AE33-16550E81F13A}" presName="compNode" presStyleCnt="0"/>
      <dgm:spPr/>
    </dgm:pt>
    <dgm:pt modelId="{2DDEC948-2066-4668-9347-DA286E5F9E23}" type="pres">
      <dgm:prSet presAssocID="{8FC7B237-9C56-4375-AE33-16550E81F13A}" presName="pictRect" presStyleLbl="node1" presStyleIdx="1" presStyleCnt="4"/>
      <dgm:spPr/>
    </dgm:pt>
    <dgm:pt modelId="{F8E18AFE-0329-4771-AFB7-324F4416BE14}" type="pres">
      <dgm:prSet presAssocID="{8FC7B237-9C56-4375-AE33-16550E81F13A}" presName="textRect" presStyleLbl="revTx" presStyleIdx="1" presStyleCnt="4">
        <dgm:presLayoutVars>
          <dgm:bulletEnabled val="1"/>
        </dgm:presLayoutVars>
      </dgm:prSet>
      <dgm:spPr/>
    </dgm:pt>
    <dgm:pt modelId="{A5B0A93E-B749-4155-A920-C85CCBDCF127}" type="pres">
      <dgm:prSet presAssocID="{3CBF0480-2495-4F80-B030-2C6044D564CE}" presName="sibTrans" presStyleLbl="sibTrans2D1" presStyleIdx="0" presStyleCnt="0"/>
      <dgm:spPr/>
    </dgm:pt>
    <dgm:pt modelId="{2AFA393C-CB55-42CD-8FE3-C0C4634213A3}" type="pres">
      <dgm:prSet presAssocID="{6F087B99-26A6-4EA5-8767-A1823DAC6E3A}" presName="compNode" presStyleCnt="0"/>
      <dgm:spPr/>
    </dgm:pt>
    <dgm:pt modelId="{5F5AE5DF-16B5-4F83-B8DB-252297CC5E45}" type="pres">
      <dgm:prSet presAssocID="{6F087B99-26A6-4EA5-8767-A1823DAC6E3A}" presName="pictRect" presStyleLbl="node1" presStyleIdx="2" presStyleCnt="4"/>
      <dgm:spPr/>
    </dgm:pt>
    <dgm:pt modelId="{FA5B30CB-6DAD-4F1D-BF2B-BA32FDA43D59}" type="pres">
      <dgm:prSet presAssocID="{6F087B99-26A6-4EA5-8767-A1823DAC6E3A}" presName="textRect" presStyleLbl="revTx" presStyleIdx="2" presStyleCnt="4">
        <dgm:presLayoutVars>
          <dgm:bulletEnabled val="1"/>
        </dgm:presLayoutVars>
      </dgm:prSet>
      <dgm:spPr/>
    </dgm:pt>
    <dgm:pt modelId="{CD452D7D-CAE9-4092-A45C-6F63730100C5}" type="pres">
      <dgm:prSet presAssocID="{EE9F0C17-F858-4154-B092-32B8A1FDD9D9}" presName="sibTrans" presStyleLbl="sibTrans2D1" presStyleIdx="0" presStyleCnt="0"/>
      <dgm:spPr/>
    </dgm:pt>
    <dgm:pt modelId="{C4ACE534-B2A1-46F6-8F39-74A66A46596B}" type="pres">
      <dgm:prSet presAssocID="{6A586C1B-8B84-49D0-A0B3-0D5090AA916F}" presName="compNode" presStyleCnt="0"/>
      <dgm:spPr/>
    </dgm:pt>
    <dgm:pt modelId="{B8F3F218-FB58-4B76-A488-314F3E97C626}" type="pres">
      <dgm:prSet presAssocID="{6A586C1B-8B84-49D0-A0B3-0D5090AA916F}" presName="pictRect" presStyleLbl="node1" presStyleIdx="3" presStyleCnt="4"/>
      <dgm:spPr/>
    </dgm:pt>
    <dgm:pt modelId="{314D9858-9DF7-4449-BE70-5ABE8DBC2B77}" type="pres">
      <dgm:prSet presAssocID="{6A586C1B-8B84-49D0-A0B3-0D5090AA916F}" presName="textRect" presStyleLbl="revTx" presStyleIdx="3" presStyleCnt="4">
        <dgm:presLayoutVars>
          <dgm:bulletEnabled val="1"/>
        </dgm:presLayoutVars>
      </dgm:prSet>
      <dgm:spPr/>
    </dgm:pt>
  </dgm:ptLst>
  <dgm:cxnLst>
    <dgm:cxn modelId="{5D710218-401F-442B-AE24-CED3F8D16142}" type="presOf" srcId="{3CBF0480-2495-4F80-B030-2C6044D564CE}" destId="{A5B0A93E-B749-4155-A920-C85CCBDCF127}" srcOrd="0" destOrd="0" presId="urn:microsoft.com/office/officeart/2005/8/layout/pList1"/>
    <dgm:cxn modelId="{C3EF3D1B-6EEB-4214-8C51-C769F4C9EE3D}" type="presOf" srcId="{370F8ABF-934C-44FE-AD49-F0C66359A9F8}" destId="{021735FD-7975-4ED9-8B93-586E61A3EB8D}" srcOrd="0" destOrd="0" presId="urn:microsoft.com/office/officeart/2005/8/layout/pList1"/>
    <dgm:cxn modelId="{54564D1F-84AC-408D-AF12-CF2BCAA5AB51}" srcId="{ABAC8D34-B0E7-4FBE-93BD-D86DFDE14550}" destId="{6A586C1B-8B84-49D0-A0B3-0D5090AA916F}" srcOrd="3" destOrd="0" parTransId="{37469935-906C-45A3-9632-2D1381A37E41}" sibTransId="{CE56ACB8-220D-4CB8-9B7B-1AC5F8C91380}"/>
    <dgm:cxn modelId="{960A072C-5B45-4F4B-99DC-46E8532EED93}" srcId="{ABAC8D34-B0E7-4FBE-93BD-D86DFDE14550}" destId="{B13961B8-0DCD-4D79-A829-747BB2510090}" srcOrd="0" destOrd="0" parTransId="{3712DDC2-695A-4FFB-9FFA-6D0BA49EF3C4}" sibTransId="{370F8ABF-934C-44FE-AD49-F0C66359A9F8}"/>
    <dgm:cxn modelId="{7B9D2231-F784-49CC-9ECC-9609A7575EE1}" type="presOf" srcId="{B13961B8-0DCD-4D79-A829-747BB2510090}" destId="{E309E849-A461-4AE9-87D4-08D1158227A3}" srcOrd="0" destOrd="0" presId="urn:microsoft.com/office/officeart/2005/8/layout/pList1"/>
    <dgm:cxn modelId="{3D20235B-A2C1-4218-B623-93C9A9B5DA98}" type="presOf" srcId="{EE9F0C17-F858-4154-B092-32B8A1FDD9D9}" destId="{CD452D7D-CAE9-4092-A45C-6F63730100C5}" srcOrd="0" destOrd="0" presId="urn:microsoft.com/office/officeart/2005/8/layout/pList1"/>
    <dgm:cxn modelId="{85651A93-7FEE-4092-868B-8278627B5497}" srcId="{ABAC8D34-B0E7-4FBE-93BD-D86DFDE14550}" destId="{8FC7B237-9C56-4375-AE33-16550E81F13A}" srcOrd="1" destOrd="0" parTransId="{2D4694A9-A3EC-4560-B96F-C5891F9DF8F8}" sibTransId="{3CBF0480-2495-4F80-B030-2C6044D564CE}"/>
    <dgm:cxn modelId="{07F1AD95-1459-40BC-9816-6C45A0CF06E7}" srcId="{ABAC8D34-B0E7-4FBE-93BD-D86DFDE14550}" destId="{6F087B99-26A6-4EA5-8767-A1823DAC6E3A}" srcOrd="2" destOrd="0" parTransId="{121D9BC1-6360-4771-85CB-88BC27CB677C}" sibTransId="{EE9F0C17-F858-4154-B092-32B8A1FDD9D9}"/>
    <dgm:cxn modelId="{E66EF6A7-752F-44B1-9A92-74C2B3498387}" type="presOf" srcId="{ABAC8D34-B0E7-4FBE-93BD-D86DFDE14550}" destId="{BBEE7406-B9C4-4785-9530-FADD02AD3E7B}" srcOrd="0" destOrd="0" presId="urn:microsoft.com/office/officeart/2005/8/layout/pList1"/>
    <dgm:cxn modelId="{9AE823B5-2C28-4ED0-A6BC-C37CCAC52282}" type="presOf" srcId="{8FC7B237-9C56-4375-AE33-16550E81F13A}" destId="{F8E18AFE-0329-4771-AFB7-324F4416BE14}" srcOrd="0" destOrd="0" presId="urn:microsoft.com/office/officeart/2005/8/layout/pList1"/>
    <dgm:cxn modelId="{B7C2C9C9-6AE7-4067-AB3C-ACDE7344E7B8}" type="presOf" srcId="{6A586C1B-8B84-49D0-A0B3-0D5090AA916F}" destId="{314D9858-9DF7-4449-BE70-5ABE8DBC2B77}" srcOrd="0" destOrd="0" presId="urn:microsoft.com/office/officeart/2005/8/layout/pList1"/>
    <dgm:cxn modelId="{25F240DE-A004-4D16-AAB2-74059EB4877B}" type="presOf" srcId="{6F087B99-26A6-4EA5-8767-A1823DAC6E3A}" destId="{FA5B30CB-6DAD-4F1D-BF2B-BA32FDA43D59}" srcOrd="0" destOrd="0" presId="urn:microsoft.com/office/officeart/2005/8/layout/pList1"/>
    <dgm:cxn modelId="{DA7B1011-F4BA-4527-8519-80557C352426}" type="presParOf" srcId="{BBEE7406-B9C4-4785-9530-FADD02AD3E7B}" destId="{196ADD2C-3C41-49DC-848A-6A6C2FB1C92A}" srcOrd="0" destOrd="0" presId="urn:microsoft.com/office/officeart/2005/8/layout/pList1"/>
    <dgm:cxn modelId="{F4432D7A-688C-45B5-9BB1-F1B97422BEC4}" type="presParOf" srcId="{196ADD2C-3C41-49DC-848A-6A6C2FB1C92A}" destId="{1507107B-A151-40F4-88FF-CC427D8F87B1}" srcOrd="0" destOrd="0" presId="urn:microsoft.com/office/officeart/2005/8/layout/pList1"/>
    <dgm:cxn modelId="{BD1A254C-1BF5-4D39-80C8-631B437A44A6}" type="presParOf" srcId="{196ADD2C-3C41-49DC-848A-6A6C2FB1C92A}" destId="{E309E849-A461-4AE9-87D4-08D1158227A3}" srcOrd="1" destOrd="0" presId="urn:microsoft.com/office/officeart/2005/8/layout/pList1"/>
    <dgm:cxn modelId="{D8109A54-7B7E-43B2-925D-602E75B2B0A0}" type="presParOf" srcId="{BBEE7406-B9C4-4785-9530-FADD02AD3E7B}" destId="{021735FD-7975-4ED9-8B93-586E61A3EB8D}" srcOrd="1" destOrd="0" presId="urn:microsoft.com/office/officeart/2005/8/layout/pList1"/>
    <dgm:cxn modelId="{24552D1F-5148-4620-8070-769EC1DD6412}" type="presParOf" srcId="{BBEE7406-B9C4-4785-9530-FADD02AD3E7B}" destId="{E1313DDF-3DBD-4DE4-92C8-A973CA029F32}" srcOrd="2" destOrd="0" presId="urn:microsoft.com/office/officeart/2005/8/layout/pList1"/>
    <dgm:cxn modelId="{D2895B73-60C1-4F46-9886-7D0073CC4DCF}" type="presParOf" srcId="{E1313DDF-3DBD-4DE4-92C8-A973CA029F32}" destId="{2DDEC948-2066-4668-9347-DA286E5F9E23}" srcOrd="0" destOrd="0" presId="urn:microsoft.com/office/officeart/2005/8/layout/pList1"/>
    <dgm:cxn modelId="{01711F86-907A-449C-ADDB-E8D0839EAEBA}" type="presParOf" srcId="{E1313DDF-3DBD-4DE4-92C8-A973CA029F32}" destId="{F8E18AFE-0329-4771-AFB7-324F4416BE14}" srcOrd="1" destOrd="0" presId="urn:microsoft.com/office/officeart/2005/8/layout/pList1"/>
    <dgm:cxn modelId="{48BAF16B-CBB4-45A2-83CB-361EFE04FEFB}" type="presParOf" srcId="{BBEE7406-B9C4-4785-9530-FADD02AD3E7B}" destId="{A5B0A93E-B749-4155-A920-C85CCBDCF127}" srcOrd="3" destOrd="0" presId="urn:microsoft.com/office/officeart/2005/8/layout/pList1"/>
    <dgm:cxn modelId="{39A192DE-2933-4666-BF86-5B7B3A7C2871}" type="presParOf" srcId="{BBEE7406-B9C4-4785-9530-FADD02AD3E7B}" destId="{2AFA393C-CB55-42CD-8FE3-C0C4634213A3}" srcOrd="4" destOrd="0" presId="urn:microsoft.com/office/officeart/2005/8/layout/pList1"/>
    <dgm:cxn modelId="{5AB7D3D3-8D44-4EEF-8193-1A29D22FF6CE}" type="presParOf" srcId="{2AFA393C-CB55-42CD-8FE3-C0C4634213A3}" destId="{5F5AE5DF-16B5-4F83-B8DB-252297CC5E45}" srcOrd="0" destOrd="0" presId="urn:microsoft.com/office/officeart/2005/8/layout/pList1"/>
    <dgm:cxn modelId="{B155C604-EC63-498B-9DE4-51BE1F656BAF}" type="presParOf" srcId="{2AFA393C-CB55-42CD-8FE3-C0C4634213A3}" destId="{FA5B30CB-6DAD-4F1D-BF2B-BA32FDA43D59}" srcOrd="1" destOrd="0" presId="urn:microsoft.com/office/officeart/2005/8/layout/pList1"/>
    <dgm:cxn modelId="{A43B305C-21B5-40D8-AA72-0882DCE51978}" type="presParOf" srcId="{BBEE7406-B9C4-4785-9530-FADD02AD3E7B}" destId="{CD452D7D-CAE9-4092-A45C-6F63730100C5}" srcOrd="5" destOrd="0" presId="urn:microsoft.com/office/officeart/2005/8/layout/pList1"/>
    <dgm:cxn modelId="{365077AA-1DFD-46E9-B7A1-9BDD811F6E85}" type="presParOf" srcId="{BBEE7406-B9C4-4785-9530-FADD02AD3E7B}" destId="{C4ACE534-B2A1-46F6-8F39-74A66A46596B}" srcOrd="6" destOrd="0" presId="urn:microsoft.com/office/officeart/2005/8/layout/pList1"/>
    <dgm:cxn modelId="{B379C952-1A7D-4E6A-BAE8-E76273DEA30B}" type="presParOf" srcId="{C4ACE534-B2A1-46F6-8F39-74A66A46596B}" destId="{B8F3F218-FB58-4B76-A488-314F3E97C626}" srcOrd="0" destOrd="0" presId="urn:microsoft.com/office/officeart/2005/8/layout/pList1"/>
    <dgm:cxn modelId="{58CCF8EB-570B-4800-BC29-5C538860A491}" type="presParOf" srcId="{C4ACE534-B2A1-46F6-8F39-74A66A46596B}" destId="{314D9858-9DF7-4449-BE70-5ABE8DBC2B77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79FF1-20D9-45CE-851B-BF4418568658}">
      <dsp:nvSpPr>
        <dsp:cNvPr id="0" name=""/>
        <dsp:cNvSpPr/>
      </dsp:nvSpPr>
      <dsp:spPr>
        <a:xfrm>
          <a:off x="5365250" y="1065041"/>
          <a:ext cx="222749" cy="975853"/>
        </a:xfrm>
        <a:custGeom>
          <a:avLst/>
          <a:gdLst/>
          <a:ahLst/>
          <a:cxnLst/>
          <a:rect l="0" t="0" r="0" b="0"/>
          <a:pathLst>
            <a:path>
              <a:moveTo>
                <a:pt x="222749" y="0"/>
              </a:moveTo>
              <a:lnTo>
                <a:pt x="222749" y="975853"/>
              </a:lnTo>
              <a:lnTo>
                <a:pt x="0" y="9758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66B10F-C178-4479-B709-5A5AD28FFF3B}">
      <dsp:nvSpPr>
        <dsp:cNvPr id="0" name=""/>
        <dsp:cNvSpPr/>
      </dsp:nvSpPr>
      <dsp:spPr>
        <a:xfrm>
          <a:off x="5588000" y="1065041"/>
          <a:ext cx="2566919" cy="1951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8958"/>
              </a:lnTo>
              <a:lnTo>
                <a:pt x="2566919" y="1728958"/>
              </a:lnTo>
              <a:lnTo>
                <a:pt x="2566919" y="19517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B4A4E8-0188-473E-8970-D6C5EF9559A5}">
      <dsp:nvSpPr>
        <dsp:cNvPr id="0" name=""/>
        <dsp:cNvSpPr/>
      </dsp:nvSpPr>
      <dsp:spPr>
        <a:xfrm>
          <a:off x="5542280" y="1065041"/>
          <a:ext cx="91440" cy="195170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517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4D71FF-5ECF-413B-B54D-57F5D10B4DAA}">
      <dsp:nvSpPr>
        <dsp:cNvPr id="0" name=""/>
        <dsp:cNvSpPr/>
      </dsp:nvSpPr>
      <dsp:spPr>
        <a:xfrm>
          <a:off x="2172512" y="4077459"/>
          <a:ext cx="318213" cy="9758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5853"/>
              </a:lnTo>
              <a:lnTo>
                <a:pt x="318213" y="9758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2F8F79-5541-49E7-AFAB-ED753F43BE95}">
      <dsp:nvSpPr>
        <dsp:cNvPr id="0" name=""/>
        <dsp:cNvSpPr/>
      </dsp:nvSpPr>
      <dsp:spPr>
        <a:xfrm>
          <a:off x="3021080" y="1065041"/>
          <a:ext cx="2566919" cy="1951707"/>
        </a:xfrm>
        <a:custGeom>
          <a:avLst/>
          <a:gdLst/>
          <a:ahLst/>
          <a:cxnLst/>
          <a:rect l="0" t="0" r="0" b="0"/>
          <a:pathLst>
            <a:path>
              <a:moveTo>
                <a:pt x="2566919" y="0"/>
              </a:moveTo>
              <a:lnTo>
                <a:pt x="2566919" y="1728958"/>
              </a:lnTo>
              <a:lnTo>
                <a:pt x="0" y="1728958"/>
              </a:lnTo>
              <a:lnTo>
                <a:pt x="0" y="19517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DD768-3CF4-4BDB-96C0-BF00553177BB}">
      <dsp:nvSpPr>
        <dsp:cNvPr id="0" name=""/>
        <dsp:cNvSpPr/>
      </dsp:nvSpPr>
      <dsp:spPr>
        <a:xfrm>
          <a:off x="4527289" y="4331"/>
          <a:ext cx="2121420" cy="10607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org-root</a:t>
          </a:r>
        </a:p>
      </dsp:txBody>
      <dsp:txXfrm>
        <a:off x="4527289" y="4331"/>
        <a:ext cx="2121420" cy="1060710"/>
      </dsp:txXfrm>
    </dsp:sp>
    <dsp:sp modelId="{2F3808A5-499A-4234-9C71-5B55A8E1C617}">
      <dsp:nvSpPr>
        <dsp:cNvPr id="0" name=""/>
        <dsp:cNvSpPr/>
      </dsp:nvSpPr>
      <dsp:spPr>
        <a:xfrm>
          <a:off x="1960370" y="3016749"/>
          <a:ext cx="2121420" cy="10607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org-child-1</a:t>
          </a:r>
        </a:p>
      </dsp:txBody>
      <dsp:txXfrm>
        <a:off x="1960370" y="3016749"/>
        <a:ext cx="2121420" cy="1060710"/>
      </dsp:txXfrm>
    </dsp:sp>
    <dsp:sp modelId="{EE36E1E6-E9A3-4313-9948-6F1C309597B5}">
      <dsp:nvSpPr>
        <dsp:cNvPr id="0" name=""/>
        <dsp:cNvSpPr/>
      </dsp:nvSpPr>
      <dsp:spPr>
        <a:xfrm>
          <a:off x="2490725" y="4522958"/>
          <a:ext cx="2121420" cy="10607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org-grandchild</a:t>
          </a:r>
        </a:p>
      </dsp:txBody>
      <dsp:txXfrm>
        <a:off x="2490725" y="4522958"/>
        <a:ext cx="2121420" cy="1060710"/>
      </dsp:txXfrm>
    </dsp:sp>
    <dsp:sp modelId="{C004DCB0-8B8B-4D88-9A29-B02899763348}">
      <dsp:nvSpPr>
        <dsp:cNvPr id="0" name=""/>
        <dsp:cNvSpPr/>
      </dsp:nvSpPr>
      <dsp:spPr>
        <a:xfrm>
          <a:off x="4527289" y="3016749"/>
          <a:ext cx="2121420" cy="10607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org-child-2</a:t>
          </a:r>
        </a:p>
      </dsp:txBody>
      <dsp:txXfrm>
        <a:off x="4527289" y="3016749"/>
        <a:ext cx="2121420" cy="1060710"/>
      </dsp:txXfrm>
    </dsp:sp>
    <dsp:sp modelId="{F9599CA5-A341-4218-A75D-22D39DF2DAD8}">
      <dsp:nvSpPr>
        <dsp:cNvPr id="0" name=""/>
        <dsp:cNvSpPr/>
      </dsp:nvSpPr>
      <dsp:spPr>
        <a:xfrm>
          <a:off x="7094208" y="3016749"/>
          <a:ext cx="2121420" cy="10607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org-child-3</a:t>
          </a:r>
        </a:p>
      </dsp:txBody>
      <dsp:txXfrm>
        <a:off x="7094208" y="3016749"/>
        <a:ext cx="2121420" cy="1060710"/>
      </dsp:txXfrm>
    </dsp:sp>
    <dsp:sp modelId="{7FA2F125-4216-45F8-BB44-CFBC05D66254}">
      <dsp:nvSpPr>
        <dsp:cNvPr id="0" name=""/>
        <dsp:cNvSpPr/>
      </dsp:nvSpPr>
      <dsp:spPr>
        <a:xfrm>
          <a:off x="3243829" y="1510540"/>
          <a:ext cx="2121420" cy="10607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org-asst</a:t>
          </a:r>
        </a:p>
      </dsp:txBody>
      <dsp:txXfrm>
        <a:off x="3243829" y="1510540"/>
        <a:ext cx="2121420" cy="10607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715344-7CB3-4B01-904D-61EDC30FDFDE}">
      <dsp:nvSpPr>
        <dsp:cNvPr id="0" name=""/>
        <dsp:cNvSpPr/>
      </dsp:nvSpPr>
      <dsp:spPr>
        <a:xfrm>
          <a:off x="4911" y="1133797"/>
          <a:ext cx="2147341" cy="1288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proc-1</a:t>
          </a:r>
        </a:p>
      </dsp:txBody>
      <dsp:txXfrm>
        <a:off x="42647" y="1171533"/>
        <a:ext cx="2071869" cy="1212933"/>
      </dsp:txXfrm>
    </dsp:sp>
    <dsp:sp modelId="{AD6C6149-3F57-441D-92AA-084ECE704872}">
      <dsp:nvSpPr>
        <dsp:cNvPr id="0" name=""/>
        <dsp:cNvSpPr/>
      </dsp:nvSpPr>
      <dsp:spPr>
        <a:xfrm>
          <a:off x="2366987" y="1511729"/>
          <a:ext cx="455236" cy="5325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sibTrans-2</a:t>
          </a:r>
        </a:p>
      </dsp:txBody>
      <dsp:txXfrm>
        <a:off x="2366987" y="1618237"/>
        <a:ext cx="318665" cy="319524"/>
      </dsp:txXfrm>
    </dsp:sp>
    <dsp:sp modelId="{AE563EE7-8D82-4C4C-9118-6EBBA3D9DD68}">
      <dsp:nvSpPr>
        <dsp:cNvPr id="0" name=""/>
        <dsp:cNvSpPr/>
      </dsp:nvSpPr>
      <dsp:spPr>
        <a:xfrm>
          <a:off x="3011189" y="1133797"/>
          <a:ext cx="2147341" cy="1288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proc-2</a:t>
          </a:r>
        </a:p>
      </dsp:txBody>
      <dsp:txXfrm>
        <a:off x="3048925" y="1171533"/>
        <a:ext cx="2071869" cy="1212933"/>
      </dsp:txXfrm>
    </dsp:sp>
    <dsp:sp modelId="{55C3F609-A3EF-4DAD-9991-45C0850570E2}">
      <dsp:nvSpPr>
        <dsp:cNvPr id="0" name=""/>
        <dsp:cNvSpPr/>
      </dsp:nvSpPr>
      <dsp:spPr>
        <a:xfrm>
          <a:off x="5373265" y="1511729"/>
          <a:ext cx="455236" cy="5325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sibTrans-4</a:t>
          </a:r>
        </a:p>
      </dsp:txBody>
      <dsp:txXfrm>
        <a:off x="5373265" y="1618237"/>
        <a:ext cx="318665" cy="319524"/>
      </dsp:txXfrm>
    </dsp:sp>
    <dsp:sp modelId="{9C7330EE-CD2F-4A3E-BE16-C0F2CF4FE83F}">
      <dsp:nvSpPr>
        <dsp:cNvPr id="0" name=""/>
        <dsp:cNvSpPr/>
      </dsp:nvSpPr>
      <dsp:spPr>
        <a:xfrm>
          <a:off x="6017468" y="1133797"/>
          <a:ext cx="2147341" cy="1288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proc-3</a:t>
          </a:r>
        </a:p>
      </dsp:txBody>
      <dsp:txXfrm>
        <a:off x="6055204" y="1171533"/>
        <a:ext cx="2071869" cy="1212933"/>
      </dsp:txXfrm>
    </dsp:sp>
    <dsp:sp modelId="{4ADBB645-2FBB-4F77-8B49-0395ADCF3B73}">
      <dsp:nvSpPr>
        <dsp:cNvPr id="0" name=""/>
        <dsp:cNvSpPr/>
      </dsp:nvSpPr>
      <dsp:spPr>
        <a:xfrm>
          <a:off x="8379544" y="1511729"/>
          <a:ext cx="455236" cy="5325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sibTrans-6</a:t>
          </a:r>
        </a:p>
      </dsp:txBody>
      <dsp:txXfrm>
        <a:off x="8379544" y="1618237"/>
        <a:ext cx="318665" cy="319524"/>
      </dsp:txXfrm>
    </dsp:sp>
    <dsp:sp modelId="{82F8767B-F5B7-4C62-9D71-3D681E254A1E}">
      <dsp:nvSpPr>
        <dsp:cNvPr id="0" name=""/>
        <dsp:cNvSpPr/>
      </dsp:nvSpPr>
      <dsp:spPr>
        <a:xfrm>
          <a:off x="9023746" y="1133797"/>
          <a:ext cx="2147341" cy="1288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proc-4</a:t>
          </a:r>
        </a:p>
      </dsp:txBody>
      <dsp:txXfrm>
        <a:off x="9061482" y="1171533"/>
        <a:ext cx="2071869" cy="12129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A24FB-DE44-4CE8-BBF5-E9D28D5EB3CB}">
      <dsp:nvSpPr>
        <dsp:cNvPr id="0" name=""/>
        <dsp:cNvSpPr/>
      </dsp:nvSpPr>
      <dsp:spPr>
        <a:xfrm>
          <a:off x="4744888" y="114"/>
          <a:ext cx="1686222" cy="1686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cycle-1</a:t>
          </a:r>
        </a:p>
      </dsp:txBody>
      <dsp:txXfrm>
        <a:off x="4991829" y="247055"/>
        <a:ext cx="1192340" cy="1192340"/>
      </dsp:txXfrm>
    </dsp:sp>
    <dsp:sp modelId="{E329E8C1-91D2-4007-BDE3-9BD40D91C360}">
      <dsp:nvSpPr>
        <dsp:cNvPr id="0" name=""/>
        <dsp:cNvSpPr/>
      </dsp:nvSpPr>
      <dsp:spPr>
        <a:xfrm rot="2160000">
          <a:off x="6378251" y="1296318"/>
          <a:ext cx="450053" cy="5691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391144" y="1370458"/>
        <a:ext cx="315037" cy="341460"/>
      </dsp:txXfrm>
    </dsp:sp>
    <dsp:sp modelId="{67026D0B-9B86-43E3-9308-CB9C893A87D8}">
      <dsp:nvSpPr>
        <dsp:cNvPr id="0" name=""/>
        <dsp:cNvSpPr/>
      </dsp:nvSpPr>
      <dsp:spPr>
        <a:xfrm>
          <a:off x="6796054" y="1490373"/>
          <a:ext cx="1686222" cy="1686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cycle-2</a:t>
          </a:r>
        </a:p>
      </dsp:txBody>
      <dsp:txXfrm>
        <a:off x="7042995" y="1737314"/>
        <a:ext cx="1192340" cy="1192340"/>
      </dsp:txXfrm>
    </dsp:sp>
    <dsp:sp modelId="{33A2565C-A993-422E-9B16-09D5733FE836}">
      <dsp:nvSpPr>
        <dsp:cNvPr id="0" name=""/>
        <dsp:cNvSpPr/>
      </dsp:nvSpPr>
      <dsp:spPr>
        <a:xfrm rot="6480000">
          <a:off x="7026337" y="3242465"/>
          <a:ext cx="450053" cy="5691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10800000">
        <a:off x="7114706" y="3292081"/>
        <a:ext cx="315037" cy="341460"/>
      </dsp:txXfrm>
    </dsp:sp>
    <dsp:sp modelId="{23D3B54F-B53A-41F4-985A-B67A2D759050}">
      <dsp:nvSpPr>
        <dsp:cNvPr id="0" name=""/>
        <dsp:cNvSpPr/>
      </dsp:nvSpPr>
      <dsp:spPr>
        <a:xfrm>
          <a:off x="6012578" y="3901663"/>
          <a:ext cx="1686222" cy="1686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cycle-3</a:t>
          </a:r>
        </a:p>
      </dsp:txBody>
      <dsp:txXfrm>
        <a:off x="6259519" y="4148604"/>
        <a:ext cx="1192340" cy="1192340"/>
      </dsp:txXfrm>
    </dsp:sp>
    <dsp:sp modelId="{222DDF27-B903-4490-8E31-B3BE948DA2E6}">
      <dsp:nvSpPr>
        <dsp:cNvPr id="0" name=""/>
        <dsp:cNvSpPr/>
      </dsp:nvSpPr>
      <dsp:spPr>
        <a:xfrm rot="10800000">
          <a:off x="5375710" y="4460224"/>
          <a:ext cx="450053" cy="5691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10800000">
        <a:off x="5510726" y="4574044"/>
        <a:ext cx="315037" cy="341460"/>
      </dsp:txXfrm>
    </dsp:sp>
    <dsp:sp modelId="{D28E0CB5-3FFC-4517-A0AF-C2EA2CB16FED}">
      <dsp:nvSpPr>
        <dsp:cNvPr id="0" name=""/>
        <dsp:cNvSpPr/>
      </dsp:nvSpPr>
      <dsp:spPr>
        <a:xfrm>
          <a:off x="3477198" y="3901663"/>
          <a:ext cx="1686222" cy="1686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cycle-4</a:t>
          </a:r>
        </a:p>
      </dsp:txBody>
      <dsp:txXfrm>
        <a:off x="3724139" y="4148604"/>
        <a:ext cx="1192340" cy="1192340"/>
      </dsp:txXfrm>
    </dsp:sp>
    <dsp:sp modelId="{9DA09981-3621-49D2-9AE3-012320FEE988}">
      <dsp:nvSpPr>
        <dsp:cNvPr id="0" name=""/>
        <dsp:cNvSpPr/>
      </dsp:nvSpPr>
      <dsp:spPr>
        <a:xfrm rot="15120000">
          <a:off x="3707481" y="3266693"/>
          <a:ext cx="450053" cy="5691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10800000">
        <a:off x="3795850" y="3444717"/>
        <a:ext cx="315037" cy="341460"/>
      </dsp:txXfrm>
    </dsp:sp>
    <dsp:sp modelId="{66600033-1C80-4D27-A0D8-A36DC0204AED}">
      <dsp:nvSpPr>
        <dsp:cNvPr id="0" name=""/>
        <dsp:cNvSpPr/>
      </dsp:nvSpPr>
      <dsp:spPr>
        <a:xfrm>
          <a:off x="2693722" y="1490373"/>
          <a:ext cx="1686222" cy="1686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cycle-5</a:t>
          </a:r>
        </a:p>
      </dsp:txBody>
      <dsp:txXfrm>
        <a:off x="2940663" y="1737314"/>
        <a:ext cx="1192340" cy="1192340"/>
      </dsp:txXfrm>
    </dsp:sp>
    <dsp:sp modelId="{8C713A27-437E-4E5D-BC62-046B1C49026E}">
      <dsp:nvSpPr>
        <dsp:cNvPr id="0" name=""/>
        <dsp:cNvSpPr/>
      </dsp:nvSpPr>
      <dsp:spPr>
        <a:xfrm rot="19440000">
          <a:off x="4327085" y="1311291"/>
          <a:ext cx="450053" cy="5691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339978" y="1464791"/>
        <a:ext cx="315037" cy="3414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7107B-A151-40F4-88FF-CC427D8F87B1}">
      <dsp:nvSpPr>
        <dsp:cNvPr id="0" name=""/>
        <dsp:cNvSpPr/>
      </dsp:nvSpPr>
      <dsp:spPr>
        <a:xfrm>
          <a:off x="5456" y="1417878"/>
          <a:ext cx="2596455" cy="1788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9E849-A461-4AE9-87D4-08D1158227A3}">
      <dsp:nvSpPr>
        <dsp:cNvPr id="0" name=""/>
        <dsp:cNvSpPr/>
      </dsp:nvSpPr>
      <dsp:spPr>
        <a:xfrm>
          <a:off x="5456" y="3206836"/>
          <a:ext cx="2596455" cy="963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040" tIns="320040" rIns="320040" bIns="0" numCol="1" spcCol="1270" anchor="t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pic-1</a:t>
          </a:r>
        </a:p>
      </dsp:txBody>
      <dsp:txXfrm>
        <a:off x="5456" y="3206836"/>
        <a:ext cx="2596455" cy="963285"/>
      </dsp:txXfrm>
    </dsp:sp>
    <dsp:sp modelId="{2DDEC948-2066-4668-9347-DA286E5F9E23}">
      <dsp:nvSpPr>
        <dsp:cNvPr id="0" name=""/>
        <dsp:cNvSpPr/>
      </dsp:nvSpPr>
      <dsp:spPr>
        <a:xfrm>
          <a:off x="2861666" y="1417878"/>
          <a:ext cx="2596455" cy="1788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18AFE-0329-4771-AFB7-324F4416BE14}">
      <dsp:nvSpPr>
        <dsp:cNvPr id="0" name=""/>
        <dsp:cNvSpPr/>
      </dsp:nvSpPr>
      <dsp:spPr>
        <a:xfrm>
          <a:off x="2861666" y="3206836"/>
          <a:ext cx="2596455" cy="963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040" tIns="320040" rIns="320040" bIns="0" numCol="1" spcCol="1270" anchor="t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pic-2</a:t>
          </a:r>
        </a:p>
      </dsp:txBody>
      <dsp:txXfrm>
        <a:off x="2861666" y="3206836"/>
        <a:ext cx="2596455" cy="963285"/>
      </dsp:txXfrm>
    </dsp:sp>
    <dsp:sp modelId="{5F5AE5DF-16B5-4F83-B8DB-252297CC5E45}">
      <dsp:nvSpPr>
        <dsp:cNvPr id="0" name=""/>
        <dsp:cNvSpPr/>
      </dsp:nvSpPr>
      <dsp:spPr>
        <a:xfrm>
          <a:off x="5717877" y="1417878"/>
          <a:ext cx="2596455" cy="1788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B30CB-6DAD-4F1D-BF2B-BA32FDA43D59}">
      <dsp:nvSpPr>
        <dsp:cNvPr id="0" name=""/>
        <dsp:cNvSpPr/>
      </dsp:nvSpPr>
      <dsp:spPr>
        <a:xfrm>
          <a:off x="5717877" y="3206836"/>
          <a:ext cx="2596455" cy="963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040" tIns="320040" rIns="320040" bIns="0" numCol="1" spcCol="1270" anchor="t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pic-3</a:t>
          </a:r>
        </a:p>
      </dsp:txBody>
      <dsp:txXfrm>
        <a:off x="5717877" y="3206836"/>
        <a:ext cx="2596455" cy="963285"/>
      </dsp:txXfrm>
    </dsp:sp>
    <dsp:sp modelId="{B8F3F218-FB58-4B76-A488-314F3E97C626}">
      <dsp:nvSpPr>
        <dsp:cNvPr id="0" name=""/>
        <dsp:cNvSpPr/>
      </dsp:nvSpPr>
      <dsp:spPr>
        <a:xfrm>
          <a:off x="8574087" y="1417878"/>
          <a:ext cx="2596455" cy="1788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D9858-9DF7-4449-BE70-5ABE8DBC2B77}">
      <dsp:nvSpPr>
        <dsp:cNvPr id="0" name=""/>
        <dsp:cNvSpPr/>
      </dsp:nvSpPr>
      <dsp:spPr>
        <a:xfrm>
          <a:off x="8574087" y="3206836"/>
          <a:ext cx="2596455" cy="963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040" tIns="320040" rIns="320040" bIns="0" numCol="1" spcCol="1270" anchor="t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pic-4</a:t>
          </a:r>
        </a:p>
      </dsp:txBody>
      <dsp:txXfrm>
        <a:off x="8574087" y="3206836"/>
        <a:ext cx="2596455" cy="9632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FCDB2-CF32-3483-A867-E14DCD27F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8B178-1DB9-1953-A496-400DFD4F9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774CD-DD6B-B3AF-86BF-707BA009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A6587-FB8F-D980-3241-50AE6123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2F438-A70B-A72C-97FE-3C58F331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2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53E7-AE78-8B54-AD83-0931631F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B14CA-B589-9A66-F866-873EC2AEA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479B7-16DF-0AAA-C87C-32FDD136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F65D0-1508-F654-C72D-3A9A69FEF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77383-03CE-972E-2BA9-0D2B0CEB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2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14FA-D329-4B52-2510-1B743BD2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3AEC3-9708-76CD-02F4-79DB1CB32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C5F0F-E054-04D8-507C-5EA4876F7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BC7C0-5A35-A03C-0AAA-717B5594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51506-B0FA-E715-7F4E-E3146EA3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4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C259-C077-F374-2B6C-A0F69B07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28A55-5A2D-B37B-647F-3432800A8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5D909-F4C1-C330-F09C-DEEFF2B14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386BF-A994-0874-8F32-D68073EC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2CEB3-97E6-347D-F711-51F6A93E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12A8A-2A15-7640-954D-72D78F14F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6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5874-D7BD-5715-0C8D-E37ECC87B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81B6D-4E2F-F0E3-D8CB-7838C9B81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D70A3-EC89-5BC9-DE07-054FCE8D3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A122C2-3F4A-8FDD-7AF7-244FE9F5E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CE6F7C-C6AC-E169-1811-2CB793853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3DD073-EF5D-0CC7-4E49-731A0200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E94406-CBFD-7FF6-BA3A-1BA215CB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B71845-07C4-2D95-4CB3-6563EFA0D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5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1ACE-CDF3-6449-CC33-BAA8C58C7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52B1C-62AC-0D6D-F7ED-5B61C089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3ACAF-0129-1501-EB71-CAB7D76AB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1697E-6396-7185-C520-BBC78DD6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2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A977D-24EA-29CC-41B2-B84DAF77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798C4-EDC5-0BE1-9D58-E6E42BB8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39BD7-1997-3935-4408-49FCD7E6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0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CAF7-99CC-DB9A-0CAB-35DDCA16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DF338-7128-F95E-83BD-929735024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4EB2E-14C3-EA35-A580-872F68EA3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51B01-E68A-08D2-552A-4C7E4FA78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43E68-240C-16DD-4557-96A1EBBF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7E598-44C1-75DA-7FF5-856ECD56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83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7BD18-59DD-AD12-D40F-0B767CCCD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7540C-1014-4E13-5803-E5CA4720A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6788C-0640-2D56-E805-2DE45848D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2073-0DD4-300E-4E08-CDC50C356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AA832-AABF-2238-FA72-04A41963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B0C5F-4A26-762C-615E-D90DAC4BC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17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BA938-B5E0-98DE-3B2E-3440BF31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C6E78-8D23-5FE0-4EE0-117F74A2B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2D888-0763-41B2-8F6C-A04F8F986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20B19-B7F3-F0AD-9335-D470FF3F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16B8E-A051-130F-06D3-FDF130AB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5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38B5AA-C91C-C3A4-910A-7EC1A4E40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D245A-FFAE-4AB7-E575-0D40C5912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B6EE-5D45-B894-FA07-F12F3D94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FD5C5-B2E4-BA15-D16D-3B4E1AF4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C1DD1-81C5-21F4-D1B0-207CD27DB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23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561D66-4BE2-5CAA-29A9-CD5A6124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CF77B-DC6C-8087-826C-A2F0C3CD2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EE3C-EF47-F54D-8D72-D442D7BC4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A9EE3F-BA08-41AE-B762-C983D5C1C7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7F3DC-011A-0E18-28EB-B9950C389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AAB21-F491-A93D-64EE-B1435A051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A414B-5D5C-4C7F-AF36-4F434ADE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1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rgChart">
            <a:extLst>
              <a:ext uri="{FF2B5EF4-FFF2-40B4-BE49-F238E27FC236}">
                <a16:creationId xmlns:a16="http://schemas.microsoft.com/office/drawing/2014/main" id="{7BA6A295-BE13-923D-5F48-CBE8A3BA6D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5988218"/>
              </p:ext>
            </p:extLst>
          </p:nvPr>
        </p:nvGraphicFramePr>
        <p:xfrm>
          <a:off x="508000" y="508000"/>
          <a:ext cx="1117600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795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abeledProcess">
            <a:extLst>
              <a:ext uri="{FF2B5EF4-FFF2-40B4-BE49-F238E27FC236}">
                <a16:creationId xmlns:a16="http://schemas.microsoft.com/office/drawing/2014/main" id="{07EA0C22-8CDA-B207-0C03-6E44A874EE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8463979"/>
              </p:ext>
            </p:extLst>
          </p:nvPr>
        </p:nvGraphicFramePr>
        <p:xfrm>
          <a:off x="508000" y="1524000"/>
          <a:ext cx="11176000" cy="355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4045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ycle">
            <a:extLst>
              <a:ext uri="{FF2B5EF4-FFF2-40B4-BE49-F238E27FC236}">
                <a16:creationId xmlns:a16="http://schemas.microsoft.com/office/drawing/2014/main" id="{F4C4D430-725B-5530-941F-A828E3FB64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1281322"/>
              </p:ext>
            </p:extLst>
          </p:nvPr>
        </p:nvGraphicFramePr>
        <p:xfrm>
          <a:off x="508000" y="508000"/>
          <a:ext cx="1117600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4815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ictureList">
            <a:extLst>
              <a:ext uri="{FF2B5EF4-FFF2-40B4-BE49-F238E27FC236}">
                <a16:creationId xmlns:a16="http://schemas.microsoft.com/office/drawing/2014/main" id="{5B8DDFE3-C5C8-5422-9C21-F1D08C5E05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1510270"/>
              </p:ext>
            </p:extLst>
          </p:nvPr>
        </p:nvGraphicFramePr>
        <p:xfrm>
          <a:off x="508000" y="508000"/>
          <a:ext cx="1117600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6429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2026-08-26T09:10:40Z</dcterms:created>
  <dcterms:modified xsi:type="dcterms:W3CDTF">2026-08-26T09:10:42Z</dcterms:modified>
</cp:coreProperties>
</file>