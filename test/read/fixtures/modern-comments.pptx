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3BFDAB96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8A64ABA-B822-D93A-1829-32C11809D46F}" name="Ada Lovelace" initials="AL" userId="ada@example.com" providerId="Windows Live"/>
  <p188:author id="{DDC9F1C7-3037-7AD0-1551-2FD3EC6E48A1}" name="Grace Hopper" initials="GH" userId="grace@example.com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4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1_3BFDAB9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B4BE8B0-B578-4C2F-B9E5-A882080696D3}" authorId="{E8A64ABA-B822-D93A-1829-32C11809D46F}" created="2026-07-24T08:10:07.838">
    <pc:sldMkLst xmlns:pc="http://schemas.microsoft.com/office/powerpoint/2013/main/command">
      <pc:docMk/>
      <pc:sldMk cId="1006480278" sldId="257"/>
    </pc:sldMkLst>
    <p188:pos x="1524000" y="1016000"/>
    <p188:replyLst>
      <p188:reply id="{95F4A554-CD5C-4107-8752-201F04D46DCB}" authorId="{DDC9F1C7-3037-7AD0-1551-2FD3EC6E48A1}" created="2026-07-24T08:10:07.868">
        <p188:txBody>
          <a:bodyPr/>
          <a:lstStyle/>
          <a:p>
            <a:r>
              <a:rPr lang="en-US"/>
              <a:t>Agreed, will do</a:t>
            </a:r>
          </a:p>
        </p188:txBody>
      </p188:reply>
    </p188:replyLst>
    <p188:txBody>
      <a:bodyPr/>
      <a:lstStyle/>
      <a:p>
        <a:r>
          <a:rPr lang="en-US"/>
          <a:t>Tighten this headline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061E5-9DEC-7302-89CB-13FCFFF19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720008-958E-979A-6C88-33F3F6AC4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26F71-8BF7-297F-90B2-725054CA8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7A06-7165-4E46-949D-9D6E0DD1AD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4589A-F921-DA8C-40B8-A68C98F1F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92A0-9B16-CE31-E247-FF6CA0F2B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F2C2-4278-4811-85AF-DEC91843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72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DBA49-93BA-900B-BBA8-5CCAAC9CF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42CDC-1C40-069F-FEAF-AC01AE740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E41F5-D6F7-8984-E2CA-78E73FC5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7A06-7165-4E46-949D-9D6E0DD1AD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2731B-CABF-F94F-D32C-5354BDEFC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A9EFB-14E3-CBBB-DBFC-1FF2588F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F2C2-4278-4811-85AF-DEC91843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26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8DBD-C940-01C2-B2EB-02328707D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4227B-1F46-EC9E-0D0D-37304D7A0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540C8-1D8F-32C1-3F42-987FA56C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7A06-7165-4E46-949D-9D6E0DD1AD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CE1EE-58FC-FA47-4E15-1A066E524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7FFAE-2C0C-6637-50C3-B582AE89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F2C2-4278-4811-85AF-DEC91843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23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77D12-7564-3275-FB02-223DFAD81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D1400-B166-6F97-1586-FFA5FB6627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20C2A-0D17-696A-EBC1-6D052DD2C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D6A9C-6569-85E8-F7AB-A67E9C29E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7A06-7165-4E46-949D-9D6E0DD1AD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7AADB-1AB3-1755-046C-42440DA97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0D8B3-D84D-F564-B905-5961600D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F2C2-4278-4811-85AF-DEC91843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78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9EB3-7B0E-D7BF-BF3B-CBBDAC486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701BF-C4E5-9389-3620-2799CE4DC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A9211-CD5A-60F2-EF93-1F66B8062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BF3F2-BEB5-0A61-7032-8A84B538F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B50F1-97FD-0C95-5ED3-5FC58DB78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6AFBC0-AEB6-C77F-0EF8-B8FCB6DFE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7A06-7165-4E46-949D-9D6E0DD1AD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9BBACB-4916-F11A-A393-5ECAE8DD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C020DD-1A15-3151-D662-6B272535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F2C2-4278-4811-85AF-DEC91843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25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5858A-921D-69EB-C5A4-2D8B520D1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283DF0-4092-CF5A-08B3-448CAADB5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7A06-7165-4E46-949D-9D6E0DD1AD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83E79E-DFEC-A990-59B6-68CBC4432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B38FC-7887-4040-4146-91F0AD8F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F2C2-4278-4811-85AF-DEC91843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15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CE4F22-E4C6-4F36-8E84-3F16BF8A8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7A06-7165-4E46-949D-9D6E0DD1AD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22B4B-4D3B-A64B-9C9B-1AD840B1A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3970F-26AC-AC6F-E09D-D069AA812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F2C2-4278-4811-85AF-DEC91843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17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EB090-A7FF-6EEF-78CD-0C5DE5C12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84319-F855-EF9A-595B-47309674D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AB29C-570F-D2F7-10A3-A3D2EEB84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D3835-F2FE-8C29-03F8-F56DD6E1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7A06-7165-4E46-949D-9D6E0DD1AD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2CF68-B1BB-5EFA-1C6C-5DBDF7B32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6449E-2226-57F1-D968-F4FA0614F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F2C2-4278-4811-85AF-DEC91843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5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E034-C1A9-B3E1-D587-F55B5876F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8D2A34-61D1-A6FA-10AD-3E8CA9A6A1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A0DBF-158B-8DB3-F163-E9FC7156A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EC661-7A4C-DD77-80F2-6C0893349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7A06-7165-4E46-949D-9D6E0DD1AD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FD2D4-4FFD-869D-4CFE-E7B3844D0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E062-B025-44D9-C85F-A86E1E2B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F2C2-4278-4811-85AF-DEC91843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29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0977E-29B0-946E-A655-72A317F88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1B31B-4073-177A-9DF5-00F6BC363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0796E-E303-927F-D15B-4B116B248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7A06-7165-4E46-949D-9D6E0DD1AD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5D26B-B49C-D135-8D32-D6E0BC028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454A9-D9B1-6E80-2908-0E87A518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F2C2-4278-4811-85AF-DEC91843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907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F6431A-24B5-B611-901F-AFC4997BA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2DCB79-02BD-23E5-2C54-9BEA57F3A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FBFB7-7C88-0D14-9FEC-74D92531D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7A06-7165-4E46-949D-9D6E0DD1AD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CF724-FDD8-C0DB-4491-C23DD234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C5AB4-F323-1BBA-C0FF-29DB03E29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F2C2-4278-4811-85AF-DEC91843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268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DE445-9EAE-E739-7466-1DC16E491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C423A-5A19-EF62-DCBC-F92754C1C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4A88B-4EAE-5BB7-4116-5D0B1518E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17A06-7165-4E46-949D-9D6E0DD1AD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5BCFF-1B4C-E19E-450C-43589740B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A4435-8605-9091-2E44-B002C850F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A9F2C2-4278-4811-85AF-DEC91843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0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3BFDAB9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066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6D092D7B-5A84-46F3-105C-4B2CD211D24E}"/>
              </a:ext>
            </a:extLst>
          </p:cNvPr>
          <p:cNvSpPr txBox="1"/>
          <p:nvPr/>
        </p:nvSpPr>
        <p:spPr>
          <a:xfrm>
            <a:off x="1524000" y="1016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Draft headline</a:t>
            </a:r>
          </a:p>
        </p:txBody>
      </p:sp>
    </p:spTree>
    <p:extLst>
      <p:ext uri="{BB962C8B-B14F-4D97-AF65-F5344CB8AC3E}">
        <p14:creationId xmlns:p14="http://schemas.microsoft.com/office/powerpoint/2010/main" val="10064802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Custom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2026-07-24T08:10:05Z</dcterms:created>
  <dcterms:modified xsi:type="dcterms:W3CDTF">2026-07-24T08:10:07Z</dcterms:modified>
</cp:coreProperties>
</file>