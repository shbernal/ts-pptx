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3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5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7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29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5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2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0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10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5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91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175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53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41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21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9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6B89954-1287-415C-85C3-6D455ED7C2D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EC5F4-24A8-4618-9D42-C584342B2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0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1-plain">
            <a:extLst>
              <a:ext uri="{FF2B5EF4-FFF2-40B4-BE49-F238E27FC236}">
                <a16:creationId xmlns:a16="http://schemas.microsoft.com/office/drawing/2014/main" id="{A5D4FA24-262B-D8A3-0B72-9D41EB2E99E7}"/>
              </a:ext>
            </a:extLst>
          </p:cNvPr>
          <p:cNvSpPr/>
          <p:nvPr/>
        </p:nvSpPr>
        <p:spPr>
          <a:xfrm>
            <a:off x="635000" y="762000"/>
            <a:ext cx="1270000" cy="889000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abel-accent1-plain">
            <a:extLst>
              <a:ext uri="{FF2B5EF4-FFF2-40B4-BE49-F238E27FC236}">
                <a16:creationId xmlns:a16="http://schemas.microsoft.com/office/drawing/2014/main" id="{933FD841-7394-93C1-1145-39D587AA4BE9}"/>
              </a:ext>
            </a:extLst>
          </p:cNvPr>
          <p:cNvSpPr txBox="1"/>
          <p:nvPr/>
        </p:nvSpPr>
        <p:spPr>
          <a:xfrm>
            <a:off x="635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accent1-plain</a:t>
            </a:r>
          </a:p>
        </p:txBody>
      </p:sp>
      <p:sp>
        <p:nvSpPr>
          <p:cNvPr id="4" name="accent1-lm60-lo40">
            <a:extLst>
              <a:ext uri="{FF2B5EF4-FFF2-40B4-BE49-F238E27FC236}">
                <a16:creationId xmlns:a16="http://schemas.microsoft.com/office/drawing/2014/main" id="{D61139D4-1161-1062-5243-9FF59F45AD28}"/>
              </a:ext>
            </a:extLst>
          </p:cNvPr>
          <p:cNvSpPr/>
          <p:nvPr/>
        </p:nvSpPr>
        <p:spPr>
          <a:xfrm>
            <a:off x="2286000" y="762000"/>
            <a:ext cx="1270000" cy="889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abel-accent1-lm60-lo40">
            <a:extLst>
              <a:ext uri="{FF2B5EF4-FFF2-40B4-BE49-F238E27FC236}">
                <a16:creationId xmlns:a16="http://schemas.microsoft.com/office/drawing/2014/main" id="{6B2AF7B7-18DD-35AF-D9BF-3F7C57A45807}"/>
              </a:ext>
            </a:extLst>
          </p:cNvPr>
          <p:cNvSpPr txBox="1"/>
          <p:nvPr/>
        </p:nvSpPr>
        <p:spPr>
          <a:xfrm>
            <a:off x="2286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accent1-lm60-lo40</a:t>
            </a:r>
          </a:p>
        </p:txBody>
      </p:sp>
      <p:sp>
        <p:nvSpPr>
          <p:cNvPr id="6" name="accent2-lm75">
            <a:extLst>
              <a:ext uri="{FF2B5EF4-FFF2-40B4-BE49-F238E27FC236}">
                <a16:creationId xmlns:a16="http://schemas.microsoft.com/office/drawing/2014/main" id="{4A55050F-017F-8643-5416-899169669416}"/>
              </a:ext>
            </a:extLst>
          </p:cNvPr>
          <p:cNvSpPr/>
          <p:nvPr/>
        </p:nvSpPr>
        <p:spPr>
          <a:xfrm>
            <a:off x="3937000" y="762000"/>
            <a:ext cx="1270000" cy="889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abel-accent2-lm75">
            <a:extLst>
              <a:ext uri="{FF2B5EF4-FFF2-40B4-BE49-F238E27FC236}">
                <a16:creationId xmlns:a16="http://schemas.microsoft.com/office/drawing/2014/main" id="{38EFE067-ACC9-9614-7599-7238273EADE7}"/>
              </a:ext>
            </a:extLst>
          </p:cNvPr>
          <p:cNvSpPr txBox="1"/>
          <p:nvPr/>
        </p:nvSpPr>
        <p:spPr>
          <a:xfrm>
            <a:off x="3937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accent2-lm75</a:t>
            </a:r>
          </a:p>
        </p:txBody>
      </p:sp>
      <p:sp>
        <p:nvSpPr>
          <p:cNvPr id="8" name="accent3-shade50">
            <a:extLst>
              <a:ext uri="{FF2B5EF4-FFF2-40B4-BE49-F238E27FC236}">
                <a16:creationId xmlns:a16="http://schemas.microsoft.com/office/drawing/2014/main" id="{819FE6F9-E77B-37A0-0219-D10F26E0D44C}"/>
              </a:ext>
            </a:extLst>
          </p:cNvPr>
          <p:cNvSpPr/>
          <p:nvPr/>
        </p:nvSpPr>
        <p:spPr>
          <a:xfrm>
            <a:off x="5588000" y="762000"/>
            <a:ext cx="1270000" cy="8890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abel-accent3-shade50">
            <a:extLst>
              <a:ext uri="{FF2B5EF4-FFF2-40B4-BE49-F238E27FC236}">
                <a16:creationId xmlns:a16="http://schemas.microsoft.com/office/drawing/2014/main" id="{CA934071-B580-80D1-9A48-B34E4D9D6701}"/>
              </a:ext>
            </a:extLst>
          </p:cNvPr>
          <p:cNvSpPr txBox="1"/>
          <p:nvPr/>
        </p:nvSpPr>
        <p:spPr>
          <a:xfrm>
            <a:off x="5588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accent3-shade50</a:t>
            </a:r>
          </a:p>
        </p:txBody>
      </p:sp>
      <p:sp>
        <p:nvSpPr>
          <p:cNvPr id="10" name="accent4-tint40">
            <a:extLst>
              <a:ext uri="{FF2B5EF4-FFF2-40B4-BE49-F238E27FC236}">
                <a16:creationId xmlns:a16="http://schemas.microsoft.com/office/drawing/2014/main" id="{6C151BAB-37D3-770F-97B9-FC0563E5F706}"/>
              </a:ext>
            </a:extLst>
          </p:cNvPr>
          <p:cNvSpPr/>
          <p:nvPr/>
        </p:nvSpPr>
        <p:spPr>
          <a:xfrm>
            <a:off x="7239000" y="762000"/>
            <a:ext cx="1270000" cy="889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abel-accent4-tint40">
            <a:extLst>
              <a:ext uri="{FF2B5EF4-FFF2-40B4-BE49-F238E27FC236}">
                <a16:creationId xmlns:a16="http://schemas.microsoft.com/office/drawing/2014/main" id="{2E5CEB98-3D11-ED61-1228-110A015C5E7F}"/>
              </a:ext>
            </a:extLst>
          </p:cNvPr>
          <p:cNvSpPr txBox="1"/>
          <p:nvPr/>
        </p:nvSpPr>
        <p:spPr>
          <a:xfrm>
            <a:off x="7239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accent4-tint40</a:t>
            </a:r>
          </a:p>
        </p:txBody>
      </p:sp>
      <p:sp>
        <p:nvSpPr>
          <p:cNvPr id="12" name="lt2-lm20-lo80">
            <a:extLst>
              <a:ext uri="{FF2B5EF4-FFF2-40B4-BE49-F238E27FC236}">
                <a16:creationId xmlns:a16="http://schemas.microsoft.com/office/drawing/2014/main" id="{96C7CD9D-7288-CB0F-597D-2E96662ED4B0}"/>
              </a:ext>
            </a:extLst>
          </p:cNvPr>
          <p:cNvSpPr/>
          <p:nvPr/>
        </p:nvSpPr>
        <p:spPr>
          <a:xfrm>
            <a:off x="8890000" y="762000"/>
            <a:ext cx="1270000" cy="889000"/>
          </a:xfrm>
          <a:prstGeom prst="rect">
            <a:avLst/>
          </a:prstGeom>
          <a:solidFill>
            <a:schemeClr val="lt2">
              <a:lumMod val="20000"/>
              <a:lumOff val="80000"/>
            </a:schemeClr>
          </a:solidFill>
          <a:ln w="6350">
            <a:solidFill>
              <a:schemeClr val="dk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abel-lt2-lm20-lo80">
            <a:extLst>
              <a:ext uri="{FF2B5EF4-FFF2-40B4-BE49-F238E27FC236}">
                <a16:creationId xmlns:a16="http://schemas.microsoft.com/office/drawing/2014/main" id="{FBB32FE7-6567-742D-FE43-C9348C187CD3}"/>
              </a:ext>
            </a:extLst>
          </p:cNvPr>
          <p:cNvSpPr txBox="1"/>
          <p:nvPr/>
        </p:nvSpPr>
        <p:spPr>
          <a:xfrm>
            <a:off x="8890000" y="1727200"/>
            <a:ext cx="1397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lt2-lm20-lo80</a:t>
            </a:r>
          </a:p>
        </p:txBody>
      </p:sp>
      <p:sp>
        <p:nvSpPr>
          <p:cNvPr id="14" name="accent1-line-accent2-2pt">
            <a:extLst>
              <a:ext uri="{FF2B5EF4-FFF2-40B4-BE49-F238E27FC236}">
                <a16:creationId xmlns:a16="http://schemas.microsoft.com/office/drawing/2014/main" id="{8C6D2A89-2A4E-CDCC-2847-625B0B29CF0C}"/>
              </a:ext>
            </a:extLst>
          </p:cNvPr>
          <p:cNvSpPr/>
          <p:nvPr/>
        </p:nvSpPr>
        <p:spPr>
          <a:xfrm>
            <a:off x="635000" y="2540000"/>
            <a:ext cx="2286000" cy="1016000"/>
          </a:xfrm>
          <a:prstGeom prst="rect">
            <a:avLst/>
          </a:prstGeom>
          <a:solidFill>
            <a:schemeClr val="accent1">
              <a:lumMod val="100000"/>
            </a:schemeClr>
          </a:solidFill>
          <a:ln w="25400">
            <a:solidFill>
              <a:schemeClr val="accent2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abel-accent1-line-accent2-2pt">
            <a:extLst>
              <a:ext uri="{FF2B5EF4-FFF2-40B4-BE49-F238E27FC236}">
                <a16:creationId xmlns:a16="http://schemas.microsoft.com/office/drawing/2014/main" id="{A6E7A2C8-85BC-173F-EAC4-4C132F7A0B22}"/>
              </a:ext>
            </a:extLst>
          </p:cNvPr>
          <p:cNvSpPr txBox="1"/>
          <p:nvPr/>
        </p:nvSpPr>
        <p:spPr>
          <a:xfrm>
            <a:off x="635000" y="36322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accent1-line-accent2-2pt</a:t>
            </a:r>
          </a:p>
        </p:txBody>
      </p:sp>
      <p:sp>
        <p:nvSpPr>
          <p:cNvPr id="16" name="explicit-srgb-fill">
            <a:extLst>
              <a:ext uri="{FF2B5EF4-FFF2-40B4-BE49-F238E27FC236}">
                <a16:creationId xmlns:a16="http://schemas.microsoft.com/office/drawing/2014/main" id="{1C68B000-40A1-25F2-7F3B-53ABDB65896F}"/>
              </a:ext>
            </a:extLst>
          </p:cNvPr>
          <p:cNvSpPr/>
          <p:nvPr/>
        </p:nvSpPr>
        <p:spPr>
          <a:xfrm>
            <a:off x="3429000" y="2540000"/>
            <a:ext cx="2286000" cy="1016000"/>
          </a:xfrm>
          <a:prstGeom prst="rect">
            <a:avLst/>
          </a:prstGeom>
          <a:solidFill>
            <a:srgbClr val="FF0000"/>
          </a:solidFill>
          <a:ln w="9525">
            <a:solidFill>
              <a:srgbClr val="50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abel-explicit-srgb-fill">
            <a:extLst>
              <a:ext uri="{FF2B5EF4-FFF2-40B4-BE49-F238E27FC236}">
                <a16:creationId xmlns:a16="http://schemas.microsoft.com/office/drawing/2014/main" id="{EC4EDA48-2552-171A-6F4D-C2F15B45A322}"/>
              </a:ext>
            </a:extLst>
          </p:cNvPr>
          <p:cNvSpPr txBox="1"/>
          <p:nvPr/>
        </p:nvSpPr>
        <p:spPr>
          <a:xfrm>
            <a:off x="3429000" y="3632200"/>
            <a:ext cx="228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>
                <a:solidFill>
                  <a:srgbClr val="282828"/>
                </a:solidFill>
              </a:rPr>
              <a:t>explicit-srgb-fill</a:t>
            </a:r>
          </a:p>
        </p:txBody>
      </p:sp>
      <p:sp>
        <p:nvSpPr>
          <p:cNvPr id="18" name="text-accent5-run">
            <a:extLst>
              <a:ext uri="{FF2B5EF4-FFF2-40B4-BE49-F238E27FC236}">
                <a16:creationId xmlns:a16="http://schemas.microsoft.com/office/drawing/2014/main" id="{75900944-BD48-28B1-8B11-183B73F8AFF7}"/>
              </a:ext>
            </a:extLst>
          </p:cNvPr>
          <p:cNvSpPr txBox="1"/>
          <p:nvPr/>
        </p:nvSpPr>
        <p:spPr>
          <a:xfrm>
            <a:off x="6350000" y="2667000"/>
            <a:ext cx="330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chemeClr val="accent5"/>
                </a:solidFill>
              </a:rPr>
              <a:t>accent5 scheme run</a:t>
            </a:r>
          </a:p>
        </p:txBody>
      </p:sp>
    </p:spTree>
    <p:extLst>
      <p:ext uri="{BB962C8B-B14F-4D97-AF65-F5344CB8AC3E}">
        <p14:creationId xmlns:p14="http://schemas.microsoft.com/office/powerpoint/2010/main" val="4263978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11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2026-06-18T15:47:28Z</dcterms:created>
  <dcterms:modified xsi:type="dcterms:W3CDTF">2026-06-18T15:47:33Z</dcterms:modified>
</cp:coreProperties>
</file>