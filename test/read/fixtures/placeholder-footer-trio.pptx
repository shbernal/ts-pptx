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DF3D-FD08-44F6-BA9C-2C97CCA90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0F8DF-E47B-99ED-7021-8444D08A9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0FF68-07AD-D300-49A2-C09211C7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40F76-936A-AE04-FC42-640839F1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C9B25-C98B-E4C5-26D3-9D1793A1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5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2636-3CC1-A2A0-C57C-E865270DD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35184-C8AB-0C97-93C4-F634EF3A7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528DC-139F-74D2-1C78-1A0CC832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E066B-3BB6-47A9-9E61-35ECCF669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43BE9-B076-CB10-11DF-EB39B2DE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7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9ABE-182A-2B27-07F5-E60C6C65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0BF96-C6F9-9CAD-1770-0CCAFC77B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D4EE3-C38E-E2F3-CF8D-C75FE76D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3F889-5A10-18E4-5B9C-5DF58901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A67BC-7625-16DA-BF03-8204D45B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23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1E55-CB59-B532-C31A-0E256801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8F40C-F81C-1B3E-FAD7-2539280E0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0066B-B3B7-1931-3DC4-E06373AF6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41044-EDC0-C3BE-B09E-C6760517C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8C6EF-0F83-4DA3-B0E2-1757AB6E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04A3B-9A5B-72BC-834C-30BC6714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B06B-2C22-9B29-6F86-50EFD2DB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0DCAC-1BC5-4648-8AC0-2EA1BD054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9FA23-5F7D-527D-DBE6-ABC5BCF93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FC9BA-B9DF-020A-7221-28B75704B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6FDD1-F094-8C92-AD1C-F78F4FE96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EB3B7E-926F-D91C-2564-509392C7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B3389-B955-EA21-3A0F-52E7D098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17A39-73C2-D845-4AF7-0D6BBE59A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2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6601-0165-3B9D-5A6F-5589FD0F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E56992-A663-C764-FC74-36B7CABC9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0DD2E-E2BA-A78B-6098-440C9917A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C3BF2-3D42-9439-0CD4-39F068A9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79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30E667-18C2-0012-8BC6-16B315DB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18825-0D90-A12E-3C6D-E3C87BB6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A95D6-FC9C-EF71-6F1D-6BCF457F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20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71FB-A112-CEFA-4154-82747602D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C9E36-1926-AE1E-F0E7-0C83DC901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E05B7-E0BE-A9FE-F08A-ACE980C78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B9214-218F-2F0C-3D94-D05758A2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C973C-E221-A1F4-95B0-BE3C27F7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4DE60-046B-40F5-FB78-90BAAD4B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AC18-C823-4E3E-B979-8BAA546D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80E56B-ABB2-E842-8C0C-16409692F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FFAA3-6CB0-74B5-6B19-C08CAC8CF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68DCB-6140-8C03-0B54-F90962E4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90A2C-6B02-9115-0C60-73CA06FA0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D3CE9-B3F0-EFF5-D7C9-A5FD2C89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40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4C61B-28A3-FB50-235E-5831A2EF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DD296-E8BF-6488-6697-82651AF90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BA13-F9AD-AC8A-20A7-D2D7FFB7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E53CD-CEC5-C0E1-48D6-7C0BBA85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B90F6-D991-7E83-73CC-E717D407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35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1D7EC-8848-DCC9-A1E7-0D75B405E2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ED8BE-06DB-659D-4559-7270CF2E7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4176D-ACE9-2379-296F-29F9EBAF6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FA645-C23D-A718-50A9-2B1BD8C4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3096F-BE5D-829E-0934-D0261DE0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C70437-5D43-0465-771E-D15DAA02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662AA-1279-55B6-8FCB-4D2E59010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07B6A-E5C0-077E-4D9E-749FCF773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8000" y="6095999"/>
            <a:ext cx="2540000" cy="5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74B14-9F8E-48D9-BA12-3FC063EAA33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4B945-B55B-DCAF-4A5D-D62C85641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49999"/>
            <a:ext cx="45720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C6BE6-B5B9-9D08-7F69-A2F700C92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5841999"/>
            <a:ext cx="1778000" cy="635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FDBAC-48AD-423A-974E-29E08A9BA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5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15C9-9905-1BFC-9EF3-2984ACE29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Footer trio geometry inheritance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056EB-510A-0060-BE57-AB7C6814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TRIO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46954-DDEA-D70D-35EC-D6B006D0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FDBAC-48AD-423A-974E-29E08A9BAFF2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69E38-7A63-3561-7CE7-B2EB06DD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81DA-B204-430C-908E-8F66F04A9971}" type="datetime1">
              <a:rPr lang="en-US" smtClean="0"/>
              <a:t>7/24/2026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42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Footer trio geometry inheritance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2026-07-24T06:38:17Z</dcterms:created>
  <dcterms:modified xsi:type="dcterms:W3CDTF">2026-07-24T06:38:17Z</dcterms:modified>
</cp:coreProperties>
</file>