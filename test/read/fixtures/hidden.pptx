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9" autoAdjust="0"/>
    <p:restoredTop sz="95889" autoAdjust="0"/>
  </p:normalViewPr>
  <p:slideViewPr>
    <p:cSldViewPr snapToGrid="0">
      <p:cViewPr varScale="1">
        <p:scale>
          <a:sx n="75" d="100"/>
          <a:sy n="75" d="100"/>
        </p:scale>
        <p:origin x="5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E8EA-5B00-4A3B-B59F-EC4E4B939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61B3D-65EA-471B-9766-DCCA90C7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F00408-A4E0-4761-A5E9-44912BF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E195F8-E13B-4FA4-BCA3-6EC2C9C6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B110CE-87BB-46B9-BB35-21D7C9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57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3E17C-B10B-4986-8239-AADBC61B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1E2B5-F611-4FFD-BEB8-303B8547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4B632-E2A7-43DC-9D70-A7205585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B4D7F-C83D-4F08-9AE8-7762CB0C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1F1DAF-29C0-412A-AB0B-28DF6015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28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08586-A19C-47C1-B133-302130ED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E0B37-7FEA-4451-B427-281E7AD10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C818C-2616-458B-9229-B2142CAF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BD820-2968-45B2-A473-5D7A0898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E4DA73-E3F4-4B3A-B08C-3CBD905C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D5966-D616-4232-AD5A-71F5FB97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35B2A-F07C-4E1F-BCE0-4FF97EAC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EA761B-B7D8-41E5-90C8-216499DE7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97E5-6D0C-40DF-B3F4-E0DAF9C0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08114E-E4A1-4F30-BF0C-77CFA7B7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81489-21CB-4A38-9EE8-91A8C3F7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938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1E89E-36C3-425D-8A6F-7B0DE40C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5B72A2-6DC3-4D4C-B40A-07135631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6BEB47-9E1B-4683-8168-703DCA4A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CC2728-F970-40B2-9950-1F169D213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A1D102-2C66-4FC1-A7A5-32DB1B727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F61595-2FFA-4546-A3EB-5D941115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D5EF8-ED9F-40F0-B9B0-797EC40A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FF942D-1282-49B6-8590-CED9CB09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75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527E4-9ABC-4474-A95C-F9B066E9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6637BD-6041-4D50-A3FE-99EDEFF0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4556FD-E49C-4F05-80F3-306F8B6A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8ACB0-3443-4D1A-8538-8D751828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8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72CF90-3789-429F-A013-2233616E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6828FA-8482-45E2-BB35-32A09C4F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E47CE-9C58-43F9-BA68-0E6F890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7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3A85E-016E-4CCA-9622-75207122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B93A59-AB15-4E5B-BF52-53CF583C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E989FF-F415-4BE3-AE40-3CCDC018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EC3F48-F4B5-43BC-81A0-F92A5D1E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2B1DC-6218-45B0-B202-D2C0B45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F7B0A8-7084-4EBF-A03D-630E663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9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C9E9C-E671-4D6B-A57F-5421588C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83EBF2-7225-4EB1-86DD-46063AF4E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CCC069-178D-4D12-8FAA-BE0709ECE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929451-21D8-4D84-A77F-04FA13B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DDED3-C5DB-4DF3-BB15-E435059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1DD9BD-9234-481E-8E36-7C9107D7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01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BCFC5-7207-4A8D-BE8A-5CF4170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6ECA1E-78F2-4882-BD71-44B1A0BB4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AC190C-39DA-4FE9-9F15-BB456AD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8D0DEE-E1F8-42DF-91D4-1476BD57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3618A-B8C6-439D-BFAD-E3F24E67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6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8B4105-53FA-4EDD-8F40-8A748CA7B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8B42F0-ECA4-4EC9-B9EF-4015BBBF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47699-4DE6-40E2-AA97-10BCBE23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0FD3A-5044-4C11-A1D4-6FF3378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AF5DC1-DA7D-46E6-9B89-C9A88162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17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D50C01-6F5E-489F-8701-4816647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4DB23-3191-4F96-B41D-5BEA070F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B5A975-3DDC-4CEC-8C5F-B9BDA47A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60A0F-5ED1-45ED-A5D5-DB038E6B70D9}" type="datetimeFigureOut">
              <a:rPr lang="de-DE" smtClean="0"/>
              <a:t>25.04.2024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2EAA25-DFB0-4873-A7C7-165FE75D4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52CF3-C46B-4519-89AD-0EB659D08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57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placeText">
            <a:extLst>
              <a:ext uri="{FF2B5EF4-FFF2-40B4-BE49-F238E27FC236}">
                <a16:creationId xmlns:a16="http://schemas.microsoft.com/office/drawing/2014/main" id="{145AC1A0-5801-4BE8-B0E4-E02A0C611D24}"/>
              </a:ext>
            </a:extLst>
          </p:cNvPr>
          <p:cNvSpPr txBox="1"/>
          <p:nvPr/>
        </p:nvSpPr>
        <p:spPr>
          <a:xfrm>
            <a:off x="2068830" y="1794510"/>
            <a:ext cx="75666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i="1">
                <a:solidFill>
                  <a:schemeClr val="accent2"/>
                </a:solidFill>
              </a:rPr>
              <a:t>This</a:t>
            </a:r>
            <a:r>
              <a:rPr lang="de-DE" sz="2000"/>
              <a:t> is test</a:t>
            </a:r>
            <a:r>
              <a:rPr lang="de-DE"/>
              <a:t> </a:t>
            </a:r>
            <a:r>
              <a:rPr lang="de-DE" b="1"/>
              <a:t>content</a:t>
            </a:r>
            <a:r>
              <a:rPr lang="de-DE"/>
              <a:t>. </a:t>
            </a:r>
          </a:p>
          <a:p>
            <a:endParaRPr lang="de-DE"/>
          </a:p>
          <a:p>
            <a:r>
              <a:rPr lang="de-DE"/>
              <a:t>We like to replace </a:t>
            </a:r>
            <a:r>
              <a:rPr lang="de-DE" sz="1600"/>
              <a:t>{{replace}}</a:t>
            </a:r>
            <a:r>
              <a:rPr lang="de-DE"/>
              <a:t> by </a:t>
            </a:r>
            <a:r>
              <a:rPr lang="de-DE">
                <a:solidFill>
                  <a:schemeClr val="accent2"/>
                </a:solidFill>
              </a:rPr>
              <a:t>{{by}} </a:t>
            </a:r>
            <a:r>
              <a:rPr lang="de-DE">
                <a:solidFill>
                  <a:schemeClr val="accent5">
                    <a:lumMod val="60000"/>
                    <a:lumOff val="40000"/>
                  </a:schemeClr>
                </a:solidFill>
              </a:rPr>
              <a:t>and nothing else</a:t>
            </a:r>
            <a:r>
              <a:rPr lang="de-DE">
                <a:solidFill>
                  <a:schemeClr val="accent2"/>
                </a:solidFill>
              </a:rPr>
              <a:t>.</a:t>
            </a:r>
          </a:p>
          <a:p>
            <a:endParaRPr lang="de-DE"/>
          </a:p>
          <a:p>
            <a:pPr algn="r"/>
            <a:r>
              <a:rPr lang="de-DE"/>
              <a:t>Replacement </a:t>
            </a:r>
            <a:r>
              <a:rPr lang="de-DE" i="1"/>
              <a:t>should</a:t>
            </a:r>
            <a:r>
              <a:rPr lang="de-DE"/>
              <a:t> </a:t>
            </a:r>
            <a:r>
              <a:rPr lang="de-DE" b="1"/>
              <a:t>work</a:t>
            </a:r>
            <a:r>
              <a:rPr lang="de-DE"/>
              <a:t> everywhere.  {{replacement}}</a:t>
            </a:r>
          </a:p>
          <a:p>
            <a:pPr algn="r"/>
            <a:endParaRPr lang="de-DE"/>
          </a:p>
          <a:p>
            <a:pPr algn="r"/>
            <a:r>
              <a:rPr lang="de-DE"/>
              <a:t>Some co</a:t>
            </a:r>
            <a:r>
              <a:rPr lang="de-DE">
                <a:solidFill>
                  <a:srgbClr val="00B050"/>
                </a:solidFill>
              </a:rPr>
              <a:t>lo</a:t>
            </a:r>
            <a:r>
              <a:rPr lang="de-DE"/>
              <a:t>rful Text</a:t>
            </a:r>
          </a:p>
          <a:p>
            <a:pPr algn="r"/>
            <a:endParaRPr lang="de-DE"/>
          </a:p>
          <a:p>
            <a:r>
              <a:rPr lang="de-DE"/>
              <a:t>{{replace}} → {{replace}} → abc {{by}}</a:t>
            </a:r>
          </a:p>
        </p:txBody>
      </p:sp>
      <p:sp>
        <p:nvSpPr>
          <p:cNvPr id="3" name="setText">
            <a:extLst>
              <a:ext uri="{FF2B5EF4-FFF2-40B4-BE49-F238E27FC236}">
                <a16:creationId xmlns:a16="http://schemas.microsoft.com/office/drawing/2014/main" id="{17F3492B-6E3D-41E7-9B0D-8FD08A14F0EE}"/>
              </a:ext>
            </a:extLst>
          </p:cNvPr>
          <p:cNvSpPr txBox="1"/>
          <p:nvPr/>
        </p:nvSpPr>
        <p:spPr>
          <a:xfrm>
            <a:off x="2068830" y="486459"/>
            <a:ext cx="7566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i="1">
                <a:solidFill>
                  <a:schemeClr val="accent6"/>
                </a:solidFill>
              </a:rPr>
              <a:t>This</a:t>
            </a:r>
            <a:r>
              <a:rPr lang="de-DE" sz="2000"/>
              <a:t> is test</a:t>
            </a:r>
            <a:r>
              <a:rPr lang="de-DE"/>
              <a:t> </a:t>
            </a:r>
            <a:r>
              <a:rPr lang="de-DE" b="1"/>
              <a:t>content</a:t>
            </a:r>
            <a:r>
              <a:rPr lang="de-DE"/>
              <a:t>. It will be completely replaced by </a:t>
            </a:r>
            <a:r>
              <a:rPr lang="de-DE">
                <a:latin typeface="Courier New" panose="02070309020205020404" pitchFamily="49" charset="0"/>
                <a:cs typeface="Courier New" panose="02070309020205020404" pitchFamily="49" charset="0"/>
              </a:rPr>
              <a:t>setText</a:t>
            </a:r>
            <a:r>
              <a:rPr lang="de-D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799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placeTextBullet1">
            <a:extLst>
              <a:ext uri="{FF2B5EF4-FFF2-40B4-BE49-F238E27FC236}">
                <a16:creationId xmlns:a16="http://schemas.microsoft.com/office/drawing/2014/main" id="{145AC1A0-5801-4BE8-B0E4-E02A0C611D24}"/>
              </a:ext>
            </a:extLst>
          </p:cNvPr>
          <p:cNvSpPr txBox="1"/>
          <p:nvPr/>
        </p:nvSpPr>
        <p:spPr>
          <a:xfrm>
            <a:off x="2068830" y="1794510"/>
            <a:ext cx="4027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/>
              <a:t>{{bullet1}}</a:t>
            </a:r>
          </a:p>
          <a:p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accent6">
                    <a:lumMod val="60000"/>
                    <a:lumOff val="40000"/>
                  </a:schemeClr>
                </a:solidFill>
              </a:rPr>
              <a:t>{{bullet2}}</a:t>
            </a:r>
          </a:p>
        </p:txBody>
      </p:sp>
    </p:spTree>
    <p:extLst>
      <p:ext uri="{BB962C8B-B14F-4D97-AF65-F5344CB8AC3E}">
        <p14:creationId xmlns:p14="http://schemas.microsoft.com/office/powerpoint/2010/main" val="531019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Breitbild</PresentationFormat>
  <Paragraphs>13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Thomas Singer</dc:creator>
  <cp:lastModifiedBy>Thomas Singer</cp:lastModifiedBy>
  <cp:revision>37</cp:revision>
  <dcterms:created xsi:type="dcterms:W3CDTF">2021-03-03T11:00:29Z</dcterms:created>
  <dcterms:modified xsi:type="dcterms:W3CDTF">2024-04-25T08:40:46Z</dcterms:modified>
</cp:coreProperties>
</file>