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7" d="100"/>
          <a:sy n="37" d="100"/>
        </p:scale>
        <p:origin x="72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2831B-C366-0DB8-4750-4059285CAE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257866-8A49-DE0B-BF5A-D5D19AB229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E2538-B53D-35C7-1D05-65E162343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9EAEC-1727-4BEA-AC6D-324637FE76F3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885EE-ECDB-FD86-8C3C-FD1654FA5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BBB49-7AD2-7C19-1B52-450941B31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B176-95F9-4405-8A07-ED8FD83DF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679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EEC39-D719-D71E-52CD-DE1AF0CCE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571D1-43EA-1B77-0DE9-69C2EEE68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537F2-1C41-0EA1-B78C-0C1B49204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9EAEC-1727-4BEA-AC6D-324637FE76F3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1FFFBD-399B-037A-88D8-1F3BA481C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65C87-92C4-9A40-3884-59BBE118D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B176-95F9-4405-8A07-ED8FD83DF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908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93D3F-EE8C-EB0E-5BCB-5F33AC433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6371C0-15AA-2B3C-4E46-95765754A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9AF00-2A09-6784-AE8C-EE3386B74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9EAEC-1727-4BEA-AC6D-324637FE76F3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76F9C-06FB-7E73-E077-9847ED82D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75A2D-E7EC-D86A-D45E-30B7D591F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B176-95F9-4405-8A07-ED8FD83DF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931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BEB0C-4E52-FE51-CEE4-C34E7DE80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B0160-FEC8-8CF1-CD92-5FF6808957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FDB371-C1FC-7D7E-11CB-24DFA48E36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4D775-04B7-7827-D7E2-B83D7E8C9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9EAEC-1727-4BEA-AC6D-324637FE76F3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214BB-2ED0-AC13-3CD2-A7603C562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EE6578-360D-4A8F-51C9-C10264E02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B176-95F9-4405-8A07-ED8FD83DF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514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02D05-D9ED-7BE8-2D8F-CA71F1623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919821-B588-C139-C651-532735C4E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44638C-575B-EAB2-C93D-17EA70A9A2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47259D-2592-816E-4AB7-86B47F5E50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5B3DF3-EA55-7F53-B16A-17784EBB86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601FF0-5FA1-9E8D-21AD-A8EFA9F59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9EAEC-1727-4BEA-AC6D-324637FE76F3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B79260-1810-7CE5-3ACC-191C2D83A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19451C-420B-289E-1BFF-EE22700DC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B176-95F9-4405-8A07-ED8FD83DF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03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BCD44-6CB9-539B-C05D-CD726B80B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C122BF-34A1-7E05-17DB-9EB5F7428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9EAEC-1727-4BEA-AC6D-324637FE76F3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56FBD5-C1D1-33ED-CC7F-C023D4196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3A43E9-4AA3-1C8E-C467-4C6AB69F2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B176-95F9-4405-8A07-ED8FD83DF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682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6EAFF1-EECA-BA0E-4E3A-3C23FEE98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9EAEC-1727-4BEA-AC6D-324637FE76F3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6F5A7A-8A96-7FA8-8035-0F68B151E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6577FA-7C0F-255A-6F96-7797994B9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B176-95F9-4405-8A07-ED8FD83DF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986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BA647-BE9F-3484-D645-E95B3BE68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FB2B0-F02F-E2B0-272E-C409546F6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1E45CF-D0CD-E8B0-E415-0CCE552161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F6E706-A5BE-A727-E9FD-A6B157132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9EAEC-1727-4BEA-AC6D-324637FE76F3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AE2914-6F22-FDCD-0486-DA0C4B2EE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2A8787-FFC9-2321-EC03-FAAA9278A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B176-95F9-4405-8A07-ED8FD83DF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219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61E50-0783-146D-CE2D-0C94E7C27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5672D3-640A-5E56-644F-7FF4EB974F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39FE57-D60A-0E22-EA90-074CD32F26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D68B6B-6FCA-29C0-E177-5CEEE4453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9EAEC-1727-4BEA-AC6D-324637FE76F3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80AAFE-AEA5-0D61-1BB7-97CC07FBB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8589CD-AE1C-643F-5523-7C8E76F72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B176-95F9-4405-8A07-ED8FD83DF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016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FEAD8-D5FB-9C3D-29E1-9EA72F784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01FC9F-558D-A954-C66D-8A88BF7D6C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5518D-1D16-226B-809B-3D12C391F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9EAEC-1727-4BEA-AC6D-324637FE76F3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67928-7B0A-28AD-8F40-CBFECA129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5AD8AA-EB4E-8BDA-2CAC-0F99CF1F3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B176-95F9-4405-8A07-ED8FD83DF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370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640047-AC6B-11C9-CBD4-36CC263BDD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E21229-2295-70C1-494D-3D57AFA95E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F1D778-260D-DD2A-4C71-18ECDAA4C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9EAEC-1727-4BEA-AC6D-324637FE76F3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E6A7B-5B14-3781-74DE-0ABCC5474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D1D84E-688F-2102-C3D3-6B2809314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B176-95F9-4405-8A07-ED8FD83DF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846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686FF4-66FB-AC4B-0AB6-80B579952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7C1B5B-499B-9DAB-2665-D001F17DA6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4DE3D-D308-A7DE-45E7-C3F8BEE8FF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39EAEC-1727-4BEA-AC6D-324637FE76F3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E8D6B-8B2E-BDF5-B244-31BA93A1F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E5954-7B5C-525D-23F0-6524C9449F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9AB176-95F9-4405-8A07-ED8FD83DF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271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equation-box">
                <a:extLst>
                  <a:ext uri="{FF2B5EF4-FFF2-40B4-BE49-F238E27FC236}">
                    <a16:creationId xmlns:a16="http://schemas.microsoft.com/office/drawing/2014/main" id="{BFEB9ED7-55EC-B231-8741-72489E8E274D}"/>
                  </a:ext>
                </a:extLst>
              </p:cNvPr>
              <p:cNvSpPr txBox="1"/>
              <p:nvPr/>
            </p:nvSpPr>
            <p:spPr>
              <a:xfrm>
                <a:off x="1524000" y="2540000"/>
                <a:ext cx="8890000" cy="369332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+1=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2" name="equation-box">
                <a:extLst>
                  <a:ext uri="{FF2B5EF4-FFF2-40B4-BE49-F238E27FC236}">
                    <a16:creationId xmlns:a16="http://schemas.microsoft.com/office/drawing/2014/main" id="{BFEB9ED7-55EC-B231-8741-72489E8E27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2540000"/>
                <a:ext cx="8890000" cy="369332"/>
              </a:xfrm>
              <a:prstGeom prst="rect">
                <a:avLst/>
              </a:prstGeom>
              <a:blipFill>
                <a:blip r:embed="rId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7387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HERNÁNDEZ BERNAL Santiago</dc:creator>
  <cp:lastModifiedBy>HERNÁNDEZ BERNAL Santiago</cp:lastModifiedBy>
  <cp:revision>1</cp:revision>
  <dcterms:created xsi:type="dcterms:W3CDTF">2026-06-19T10:08:51Z</dcterms:created>
  <dcterms:modified xsi:type="dcterms:W3CDTF">2026-06-19T10:08:53Z</dcterms:modified>
</cp:coreProperties>
</file>