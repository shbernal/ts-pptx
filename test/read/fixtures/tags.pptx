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12EB0-F14D-9D13-4971-011A9B1E1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BC595-C35B-BCCD-2AA8-E1A3A1D10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14DC-1338-42C4-95F1-1B07E24F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7507D-809C-2138-FD24-DD93F09A6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F0B3-1B34-6A15-24E5-66C0496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6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A827-7705-6F19-ABEB-79328F3B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629D-0949-9B7B-C5C6-BFC8A104E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F3965-BD3F-875A-9ABA-9C00A6A6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BA143-8101-29FD-518E-D461911A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D36E-69EF-9A41-5536-3200255E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8CF58-4CE9-2132-2DE2-3B136ACB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7BB69-B40B-912E-F20C-87DF04621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DC2CF-6AA8-7ACA-760A-96910B85F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D61E4-2D24-8DE2-FEB9-B9E97BFF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7F8BD-218E-8A73-4BCB-5C1F232A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17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BDF5-297E-6C4A-6C32-975AF592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77095-0318-53FE-36DA-FEE25A4B2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851B7-8C4C-896B-7DDC-4CB560C34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03764-81AB-39FE-F640-433A910FF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3BE15-E830-0CA7-B10D-4292FF43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D6FB8-E289-1817-6D18-7417D04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8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CCD9-9915-5147-252D-EB34DF95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1C780-B7CE-1CC0-2F76-30E0F83F4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91F86-224B-AFBB-0996-5E04AAD01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DA0F4-349E-5678-E725-9CAFE13D1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2FCB6-0901-A5E0-B98F-BAB63FF8F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83FC8-6B36-A034-3EA5-31B02C06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5D70C-0DA3-EF7F-71AE-D3DC08EB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080DE-F05B-B733-A201-BB427CEE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7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3398-D72B-BAB8-1FDC-23EE5F281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A921B-185C-59D2-D27E-8CEED276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22AFE-02D9-1C6E-1C5B-59B0EFAC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DA555-7957-8529-81A1-EADA593A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EC47E7-9688-21B7-D4CE-FD223743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ED940-ADA0-A654-D16D-AA18ABB5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572D-9E29-F4F4-86FB-1ABCC7CF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8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88EF-5F0E-DD29-206F-CD8B91A3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47BF-FCE4-B418-5D9A-6DED9360C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6D3B0-3562-9D0E-03F0-4C9235EE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15581-041C-4923-5CB7-7B1E250B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D5882-C26E-FE80-DCAB-468C0D13A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E5D9-0D9E-E0B5-DD06-C91DA3EE8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34C0-B75D-8302-21E5-D6A48239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7FE125-35DE-A1DF-9632-9577D4675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42850-11EC-35C9-11AE-E3104A2BE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668C2-69C4-F082-911C-53870DFB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2B0AA-1582-9FF1-D878-C8F767FC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13A83-5448-5D04-D5F0-B3F9BE5E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3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134-A35B-8E9A-D04C-E49FDEA7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0A5EC-A085-1807-423E-04EA10F0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4CB0C-34FB-89FD-A6C3-25D250042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F9E67-E12E-A001-4993-12800378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323B-0B74-C78A-C9B2-017482D3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1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95C89B-98EF-EA8F-AD35-3B7BA0B18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8CEF7-0972-66F3-C63E-8C724849C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18E1F-95C7-B0C9-E43B-A9EA6438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6B0E-B315-C3AD-E70A-815EB2A7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12E9-A9B6-24B9-2E2B-4C974114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6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E04AB0-D8CD-2C28-2D6F-591B3608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6658B-17F6-A6DC-8B64-D4BFE275F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6B6CE-4C4B-4256-4FF6-6B949A1C8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315C0-9865-4427-88DA-99C007C23645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F8E2-7599-F11E-E5AF-02482359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D753A-2FC6-92DB-188E-0B0934F3B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88A3CE-E334-48DF-9D50-4DE08FF05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875556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9623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VIEWER" val="Ada Lovelace"/>
  <p:tag name="STAGE" val="draf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EMEA"/>
  <p:tag name="PRIORITY" val="high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2026-07-24T09:15:10Z</dcterms:created>
  <dcterms:modified xsi:type="dcterms:W3CDTF">2026-07-24T09:15:10Z</dcterms:modified>
</cp:coreProperties>
</file>