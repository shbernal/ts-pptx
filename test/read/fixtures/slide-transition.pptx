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F4A5-0CC1-9B7C-8DE6-B6C4E289E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4EE4-9828-FD26-C3C4-06699CAC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1C8A-3908-FB68-79B0-5E548F8B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1620D-499D-09DE-B120-280DAFE7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6B1FA-B212-4002-C6EE-37916F33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28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FE9A-128E-5EA1-1226-A0676DBE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B66C-D836-510A-F4D7-B8C694721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1A30-32CA-798D-26D2-575BCADF2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27420-A0F2-83EE-B1D8-091E6107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80E6A-F947-E33B-16BC-B2F502C8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1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F566-4D18-4148-6D60-2D13786E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7376A-67DB-D46D-1592-EF090A00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29AE-EE74-079E-F605-5255BF08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70733-D3F4-2F50-FDA2-3BCCDB9B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0082F-54F2-4D3C-62B4-7FF2EF21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2F11-220E-3413-868D-1D526C59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1C76A-887A-CD93-401C-2F233863A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1CEA8-2C03-AA18-4D60-96CC7E3E8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61EC1-0FB7-914B-6E1A-47C6D2E4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F19E7-7D9F-2C9A-2567-06D45028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58714-DAE3-66BA-563A-439568C2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2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0064-DCC8-1DA4-AF9C-237A2DB3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86109-D5B8-D76F-4CAF-EA4EDBA53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5E247-EA94-E0E6-2DB3-60FADE1D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05774-48AE-AE88-F2BA-4CA6509D8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E6517-6DC6-4BDF-6721-CC23C9A0A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56286A-9C75-D6E5-E863-AC1F7C52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0D312D-9604-7488-D8E4-20404529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65304-F611-1AB8-85D6-6AEF0942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7335-3CA6-3CDA-C39E-7616995E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AFB53-55AB-D3B5-EE8B-6E1B07468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38E46-91D2-BCBC-1C8D-4C917211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A8019-76C2-8A4C-A784-62289CE6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4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E2255-8E21-A4AE-46CC-D02C3E30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35931-44D7-50AE-F58F-EF68F444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15CD3-32D7-15A0-B4AF-8A5A188C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3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6DE0-6EF4-7A31-28B7-BD503B28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A085-1ECE-B466-6B82-C0A000A92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804CD-B920-1F6E-F7D7-1CCD71690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8A158-01B0-D30D-B6A6-90D97205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60172-AFB6-320C-6D25-CD50586D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0348B-9D8B-D262-D18D-668855A9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81E2-96F3-6571-D5E7-5C8ECD83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F6407-2180-6E63-9FF9-4B246C04E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E1F9A-FAD9-B3A4-11A5-66ABDEECF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2D652-9AE4-C522-ADE4-A96CA729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30503-1B79-7591-7CA9-984C0CF6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BC62C-2BBB-0C35-DBA0-C3826134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4EC4-C65C-FE0A-35DC-16589BFA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AC64F-47F3-25B7-E9C7-3F55F3177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3949A-DE53-62A4-1F41-C27E6D4C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8A9F7-A1C1-D487-3B84-7F3652EA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C6F4-B2EE-339B-F0EB-6F0044D9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2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1A4CF-687E-207D-4821-8724E48E6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29BC5-D2CB-9CB0-9FBC-E657AA376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596A-B432-E529-9310-B41D4113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7B737-542D-3DB6-83AA-32371CA8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C00F5-155D-B63C-4EC2-AA8F31D2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0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3D8B3-30A5-4B7A-DE6F-9D6C8DEA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F095E-4F99-185E-D46E-E7310C6C1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8411-80F7-89F8-41E6-E6E1D2A1C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36226-2ED7-4831-ADF3-41E3FB56919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0A5B-CC19-C1EE-3BCB-1EBFD5C0A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70C8-78D6-5306-F251-80F1E6BF7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69882-CAB0-4737-BAAE-D1C9E85F9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5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5F22879A-1537-9008-126C-43DD68736F01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fade / fast / click</a:t>
            </a:r>
          </a:p>
        </p:txBody>
      </p:sp>
    </p:spTree>
    <p:extLst>
      <p:ext uri="{BB962C8B-B14F-4D97-AF65-F5344CB8AC3E}">
        <p14:creationId xmlns:p14="http://schemas.microsoft.com/office/powerpoint/2010/main" val="32084102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E3ED9D7F-31D7-97C5-E56B-4285A4CF89C0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push down / 1.25s exact / click</a:t>
            </a:r>
          </a:p>
        </p:txBody>
      </p:sp>
    </p:spTree>
    <p:extLst>
      <p:ext uri="{BB962C8B-B14F-4D97-AF65-F5344CB8AC3E}">
        <p14:creationId xmlns:p14="http://schemas.microsoft.com/office/powerpoint/2010/main" val="44022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d"/>
      </p:transition>
    </mc:Choice>
    <mc:Fallback>
      <p:transition spd="slow">
        <p:push dir="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B5C17E41-5C8F-F78C-227B-7062B303B991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wipe up / medium / click</a:t>
            </a:r>
          </a:p>
        </p:txBody>
      </p:sp>
    </p:spTree>
    <p:extLst>
      <p:ext uri="{BB962C8B-B14F-4D97-AF65-F5344CB8AC3E}">
        <p14:creationId xmlns:p14="http://schemas.microsoft.com/office/powerpoint/2010/main" val="533186641"/>
      </p:ext>
    </p:extLst>
  </p:cSld>
  <p:clrMapOvr>
    <a:masterClrMapping/>
  </p:clrMapOvr>
  <p:transition spd="med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A460DBAF-559E-0A68-3209-77F9121B33EC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cut / fast / click</a:t>
            </a:r>
          </a:p>
        </p:txBody>
      </p:sp>
    </p:spTree>
    <p:extLst>
      <p:ext uri="{BB962C8B-B14F-4D97-AF65-F5344CB8AC3E}">
        <p14:creationId xmlns:p14="http://schemas.microsoft.com/office/powerpoint/2010/main" val="344149365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1CA90557-791B-8A4C-A117-047D7922E05E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dissolve / 2.0s exact / click</a:t>
            </a:r>
          </a:p>
        </p:txBody>
      </p:sp>
    </p:spTree>
    <p:extLst>
      <p:ext uri="{BB962C8B-B14F-4D97-AF65-F5344CB8AC3E}">
        <p14:creationId xmlns:p14="http://schemas.microsoft.com/office/powerpoint/2010/main" val="3720520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556E7096-AB3D-633C-A7D4-BB5D65955A02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/>
              <a:t>fade / timed 3s / no click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45402"/>
      </p:ext>
    </p:extLst>
  </p:cSld>
  <p:clrMapOvr>
    <a:masterClrMapping/>
  </p:clrMapOvr>
  <p:transition spd="med" advClick="0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Custom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2026-06-26T08:14:39Z</dcterms:created>
  <dcterms:modified xsi:type="dcterms:W3CDTF">2026-06-26T08:14:40Z</dcterms:modified>
</cp:coreProperties>
</file>