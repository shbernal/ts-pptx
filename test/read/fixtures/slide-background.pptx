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-4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886F5-75DF-6B10-A3BA-918638E00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C91D4-3E00-95C1-2388-06D1D4F9E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BED62-D91E-BD32-1739-3BE38D2EB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6C612-CF2C-BE49-71BE-CE7AA933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22B33-8381-EC17-9563-0A5F21B58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64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4789-30AD-47D1-1425-E5B811C80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7C6EC-5312-D41F-D2D8-E2F8ADF6A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48E93-5575-FAB2-FD5D-AE9C9C3A1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03C88-2AB7-2BBF-B940-A85A2AC6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9AEAE-EAA1-B019-04C1-1022EC1C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5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E45E-F32F-6F90-0A41-D061AE9E8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2B1BB-B771-B7B3-25FD-AE0ACE853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EF618-3D2F-3699-2C87-34C6684A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A9AC5-53F9-85B2-0D9E-1CF232044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EFF93-F7D6-FFA5-6154-7FCFCE49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4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CE15-F721-440E-23CE-9EDA7D15D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0E55-ECD5-0B13-EB1C-9628AD24C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8429E-CB30-09AD-1003-837236CE6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CC58B-ABF7-E4F6-3F35-834788A7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2FC02-FD52-928B-E332-C9237B1E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9B665-3020-1CA2-3622-446E6E80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2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F223-7EB1-66A5-D71F-62DF7265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3C239-6B73-85A5-43F1-D245D17E3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C5378-FC22-5EC6-4D75-8C564A38B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7A69B-3628-EECA-9C8F-2B5952DEE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E10AE-72AD-DD5C-7917-C7B2CE477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DD1E70-7937-D076-8477-CAD35CD6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061F4-F407-BF51-89E0-C6DFAA20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F14EA-C6F3-693F-9153-D157D0E5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13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7DBC-F6E0-2FDD-E127-A0253715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8E60C-F6EC-CC42-D421-D2D204003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A64D7-99DB-722F-D5B6-89184CD4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0E8A5-7CCE-CC6E-F3DE-DDB3198E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7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CB83F-6A25-58A9-F669-CD17375F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A71C8-90CA-B2C8-8ABE-C9A4F9C5C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23E78-2F9F-54EF-A977-B89C9DA37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5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4AC9-4979-E511-1660-B17F2849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BC404-C6B4-A02E-1C82-56016A8B3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3F77F-C660-4E57-2D84-5064CE409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72427-DA06-DF72-E7C3-9BBDEB2B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9F54E-6E65-2E1F-B834-05BD6FDD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72341-207D-3B05-0DDC-D8622DA2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0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EADC-DA45-062A-16DB-0BEFFA5B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0D155-0187-424A-9F30-D8C47FA57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4BA8F-5FFB-D857-9C9E-CBF9A7F6C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C5210-E46C-7ED4-2CEA-CFEBB9F4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939B1-A69B-B674-32BB-87D451041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2378E-97B6-188C-BD13-43D91269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3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AE3B-00E7-CACD-B4D1-AC446A9A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301CE-B37A-92C5-61D3-9138715FF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8AF1D-0780-CFDD-8066-04AFC8172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FF026-E3AB-C667-1C44-10FE8DAB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8AE89-24A4-679D-2C60-980163FA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3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C8ECDC-AC16-A2E9-B192-31412B96E3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0700C-27C5-73EA-6996-95602A9A3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60C41-AC7A-CBE2-28A0-F2571B382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C7660-BDDE-1CC4-257E-83A0055E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887D8-E89B-E7CC-324E-CD7579FC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94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91434-347E-175F-C3CF-35578F1E7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8C392-CC3F-6A31-9129-7CA822E39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B6B9F-F7D7-980C-27FC-16866D09B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8C105-9BA3-4903-ADEA-EBE6ACA2DA2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14F00-588B-6C4F-6968-5A2A5D6A7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60A59-AB95-3AAA-904A-C9D088E32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F0E68-21C1-4B1A-A10B-667F84FF7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6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42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accent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198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3C28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509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2026-09-04T06:11:15Z</dcterms:created>
  <dcterms:modified xsi:type="dcterms:W3CDTF">2026-09-04T06:11:16Z</dcterms:modified>
</cp:coreProperties>
</file>