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C02C-0620-327D-B29E-CB9EF446C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46812-55B7-E0FD-FC2A-194A91540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6C55-81F5-7FD9-E468-A36243DA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BCE4A-76E5-0F9B-6A78-3567BE09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72E68-8F5E-4CBE-8999-76F96706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3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1D59-4171-F558-800E-4BFB108C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7AC52-6B06-9852-7C08-9437EE180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1486E-57A6-406E-35CD-18604D11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D1180-968A-FF9B-6D9B-F3CF05AD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A028D-D7B1-477C-B935-D53F56E4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74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BCE4-0B9F-C2B2-EFF0-C5D68445A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752D3-13E0-0190-AA39-054E4E52F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DFFE9-FB51-3FF2-3233-6AE8207C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C09A0-8A85-5D69-A20F-3B341F40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18F06-4BA5-FA00-3FBC-7AEFB9CC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34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9912-A517-AED3-2883-0FD21299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FC3F-5DEC-60D0-E18A-74AACE534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9A1D2-D6A3-45FB-B68E-BAD57371A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A65EF-0CBE-068E-F019-54ACC4C2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34747-E0BD-E993-7073-CC378A29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5BB20-A41A-7222-946F-8F19F054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9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AA16-4C13-FB87-0EA3-C608226A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2DCF3-E2B2-85E4-FBA4-7B088D821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EDCE9-7167-B89D-0DF1-515528E71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FAE991-198A-4DF0-41C7-3036F8CC3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8598F-EC57-FDA1-F9BB-D70B32434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3F052-4BA1-5231-0DF0-7C10A3B2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6B7F9-2726-A5EB-E698-E5473E9C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39C48-4383-A055-37AA-A2B3F19D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8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E3E5-3ABB-65B5-E7D1-AA6C0177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04136-24E5-2C8C-AA49-CDA0B8FB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0B186-7E1F-35C4-2469-1C18ABAF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4B36F-9E35-A21A-9412-86ECC6E1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1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D9296-C484-2839-F172-7C51C0CC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72E6A-6BD3-52A1-E96C-F106F115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F8849-AA80-3E74-D314-38E5D5E1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7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2ECDD-7EA9-4E90-335A-975E2DE6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AD45B-759B-F1E5-DA13-676D762E5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47E12-981A-DA59-9E70-DE3F4B894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454D0-D9AD-EACF-D1A8-A28AC33D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E2507-1A57-8D93-8DD9-6EB12E12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49347-C267-8F07-34C5-A00967A3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3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F7CD-EC71-85A5-A2FE-59EC052E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78E00-57EF-F2FF-18B2-7EE4004A8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A7ADD-2C7D-53E8-6EE5-0BDDBF736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6B461-B902-E193-81DC-33C81C88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73C49-4E14-5E6B-A948-86024540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720D7-B3EE-3764-78C4-7726C2EA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0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E5E2B-1012-40FC-5710-285D597D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25AF8-3884-7CA2-50A2-3836A301A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106BA-72A4-9AD0-5B72-C44E787E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7E8AF-A13F-A963-9551-6EBB1B47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D2D1E-D032-CAF5-F1D9-9119A071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5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0AAEA-B3CC-C53D-3D73-A5BD3A49BE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3EFDD-8EBC-FA36-EAC5-A53322143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00A82-240D-14CB-2420-30CBB85D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E4309-3801-993A-711B-3E04042F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E0407-0504-EA36-B217-F4AEBAAA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2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B72E-1439-3CD1-35C3-C00E08BB9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4292B-E31C-0556-2597-432E62E46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7D37F-86E2-41FD-3CE7-E51BF9C8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CE2D1-174A-D53D-DAFD-5DA43218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8394-209E-5194-CB53-C8399C3A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E551B4-005F-49C9-691F-2EC235AE0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133A1-3244-A203-CB7F-1674D4B8C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F559D-CDB0-4570-0594-2955AA94D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EC3AB-AEBB-4A80-A9C9-B9620DD1C4C0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2F234-5D31-09D4-EE5E-21F5C03A4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EA04B-CBE3-3087-9FA9-59D15DF7D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2D09F-4C2D-41AA-822C-D69FB4064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4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2388-57A7-8088-61F1-9EA5E947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Inherited Title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8FD90-EA85-683B-7C9D-EA1EF6519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line one</a:t>
            </a:r>
          </a:p>
          <a:p>
            <a:r>
              <a:rPr lang="en-US"/>
              <a:t>Body line two</a:t>
            </a:r>
          </a:p>
        </p:txBody>
      </p:sp>
    </p:spTree>
    <p:extLst>
      <p:ext uri="{BB962C8B-B14F-4D97-AF65-F5344CB8AC3E}">
        <p14:creationId xmlns:p14="http://schemas.microsoft.com/office/powerpoint/2010/main" val="1526709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Inherited Title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2026-07-17T20:44:01Z</dcterms:created>
  <dcterms:modified xsi:type="dcterms:W3CDTF">2026-07-17T20:44:01Z</dcterms:modified>
</cp:coreProperties>
</file>