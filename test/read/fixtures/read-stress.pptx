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omments/modernComment_101_A8516433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1" r:id="rId2"/>
  </p:sldMasterIdLst>
  <p:notesMasterIdLst>
    <p:notesMasterId r:id="rId5"/>
  </p:notesMasterIdLst>
  <p:sldIdLst>
    <p:sldId id="256" r:id="rId3"/>
    <p:sldId id="257" r:id="rId4"/>
  </p:sldIdLst>
  <p:sldSz cx="12192000" cy="6858000"/>
  <p:notesSz cx="6858000" cy="9144000"/>
  <p:embeddedFontLst>
    <p:embeddedFont>
      <p:font typeface="Consolas" panose="020B0609020204030204" pitchFamily="49" charset="0"/>
      <p:regular r:id="rId6"/>
      <p:bold r:id="rId7"/>
      <p:italic r:id="rId8"/>
      <p:boldItalic r:id="rId9"/>
    </p:embeddedFont>
    <p:embeddedFont>
      <p:font typeface="Georgia" panose="02040502050405020303" pitchFamily="18" charset="0"/>
      <p:regular r:id="rId10"/>
      <p:bold r:id="rId11"/>
      <p:italic r:id="rId12"/>
      <p:boldItalic r:id="rId13"/>
    </p:embeddedFont>
    <p:embeddedFont>
      <p:font typeface="Trebuchet MS" panose="020B0603020202020204" pitchFamily="34" charset="0"/>
      <p:regular r:id="rId14"/>
      <p:bold r:id="rId15"/>
      <p:italic r:id="rId16"/>
      <p:boldItalic r:id="rId17"/>
    </p:embeddedFont>
    <p:embeddedFont>
      <p:font typeface="Wingdings 3" panose="05040102010807070707" pitchFamily="18" charset="2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8A64ABA-B822-D93A-1829-32C11809D46F}" name="Ada Lovelace" initials="AL" userId="ada@example.com" providerId="Windows Live"/>
  <p188:author id="{DDC9F1C7-3037-7AD0-1551-2FD3EC6E48A1}" name="Grace Hopper" initials="GH" userId="grace@example.com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" d="100"/>
          <a:sy n="10" d="100"/>
        </p:scale>
        <p:origin x="4" y="-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font" Target="fonts/font13.fntdata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font" Target="fonts/font12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1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notesMaster" Target="notesMasters/notesMaster1.xml"/><Relationship Id="rId15" Type="http://schemas.openxmlformats.org/officeDocument/2006/relationships/font" Target="fonts/font10.fntdata"/><Relationship Id="rId23" Type="http://schemas.microsoft.com/office/2018/10/relationships/authors" Target="authors.xml"/><Relationship Id="rId10" Type="http://schemas.openxmlformats.org/officeDocument/2006/relationships/font" Target="fonts/font5.fntdata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font" Target="fonts/font4.fntdata"/><Relationship Id="rId14" Type="http://schemas.openxmlformats.org/officeDocument/2006/relationships/font" Target="fonts/font9.fntdata"/><Relationship Id="rId22" Type="http://schemas.openxmlformats.org/officeDocument/2006/relationships/tableStyles" Target="tableStyles.xml"/></Relationships>
</file>

<file path=ppt/comments/modernComment_101_A851643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12EFEA6-71B9-4783-91F8-7CE22C133391}" authorId="{E8A64ABA-B822-D93A-1829-32C11809D46F}" created="2026-07-24T08:52:57.280">
    <pc:sldMkLst xmlns:pc="http://schemas.microsoft.com/office/powerpoint/2013/main/command">
      <pc:docMk/>
      <pc:sldMk cId="2823906355" sldId="257"/>
    </pc:sldMkLst>
    <p188:pos x="762000" y="3810000"/>
    <p188:replyLst>
      <p188:reply id="{64212DD0-C142-4352-B22E-CF54B00B9011}" authorId="{DDC9F1C7-3037-7AD0-1551-2FD3EC6E48A1}" created="2026-07-24T08:52:57.346">
        <p188:txBody>
          <a:bodyPr/>
          <a:lstStyle/>
          <a:p>
            <a:r>
              <a:rPr lang="en-US"/>
              <a:t>Agreed, will revise</a:t>
            </a:r>
          </a:p>
        </p188:txBody>
      </p188:reply>
      <p188:reply id="{6FF3FFFF-32E4-4266-8076-238F5B9AF182}" authorId="{E8A64ABA-B822-D93A-1829-32C11809D46F}" created="2026-07-24T08:52:57.354">
        <p188:txBody>
          <a:bodyPr/>
          <a:lstStyle/>
          <a:p>
            <a:r>
              <a:rPr lang="en-US"/>
              <a:t>Done in v2</a:t>
            </a:r>
          </a:p>
        </p188:txBody>
      </p188:reply>
    </p188:replyLst>
    <p188:txBody>
      <a:bodyPr/>
      <a:lstStyle/>
      <a:p>
        <a:r>
          <a:rPr lang="en-US"/>
          <a:t>Tighten this headline</a:t>
        </a:r>
      </a:p>
    </p188:txBody>
  </p188:cm>
  <p188:cm id="{C8D924CA-BBC1-4C3D-A016-553A0535C1C7}" authorId="{DDC9F1C7-3037-7AD0-1551-2FD3EC6E48A1}" created="2026-07-24T08:52:57.354">
    <pc:sldMkLst xmlns:pc="http://schemas.microsoft.com/office/powerpoint/2013/main/command">
      <pc:docMk/>
      <pc:sldMk cId="2823906355" sldId="257"/>
    </pc:sldMkLst>
    <p188:pos x="5969000" y="3810000"/>
    <p188:txBody>
      <a:bodyPr/>
      <a:lstStyle/>
      <a:p>
        <a:r>
          <a:rPr lang="en-US"/>
          <a:t>Second standalone note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D70C98-0CCB-4CAB-9505-2E420303012F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D68E86-EE5A-42F3-A9BD-48C662E5E5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16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 note: synthetic stress fixture, slide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D68E86-EE5A-42F3-A9BD-48C662E5E50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0082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0BAD2-7245-F421-E9A7-5A3C927091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CA0E6E-7487-ABA5-388E-73BC3DA949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682D6C-2D1D-8FAA-3D31-798F01B95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B2390-6B0D-4DDA-A92B-7EC281A11F51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98A1D3-99AB-4A4B-1D02-756569F41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BFB7DA-B3FF-E24D-5757-80C3592ED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2EF78-6B82-4194-A7A0-ACCCDA558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305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6BEDD-77D4-E8AE-5253-C563FFA4F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B81E42-D354-5F33-780D-EB54E3DB9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0EA347-58D9-BAAF-7127-44F00D0D4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B2390-6B0D-4DDA-A92B-7EC281A11F51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54EE57-5D5C-9989-8153-A5E4D2EEF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2CEAAD-3F39-869E-9163-7B4B8EAE4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2EF78-6B82-4194-A7A0-ACCCDA558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907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4739-9C7C-A142-D402-3C7155952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58D70F-305C-B8CE-3432-5918D28EA9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7D78DF-DD80-E747-AA38-15B8C83FB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B2390-6B0D-4DDA-A92B-7EC281A11F51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EEFAEF-A739-0BF7-A914-0E3B8948A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A6A190-5CA9-6313-B935-A2C10A843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2EF78-6B82-4194-A7A0-ACCCDA558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364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2B4F0-C736-6071-B475-EE7D4146E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F3AB9-294E-3429-34CB-D8792A4FE3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D7B616-2A77-680A-D2B4-C8776C9BA7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6DBC76-0D40-662D-6235-6430F6D7F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B2390-6B0D-4DDA-A92B-7EC281A11F51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1C871F-E058-BC31-58AA-B0C538608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695693-AAD2-9D40-82D7-E76443331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2EF78-6B82-4194-A7A0-ACCCDA558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634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42475-4801-7B77-DDAC-04904F315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786193-036B-5AAD-0B74-7CB96B6B27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DBC793-5732-3E16-35A5-01B1A1AD97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F6DCB3-75B6-5473-FF5C-2BEE5FCD73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D3B5D0-D88F-5BA0-8D65-D56926A19B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69E9AB-1069-71D3-83E7-D679CB39D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B2390-6B0D-4DDA-A92B-7EC281A11F51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2711A8-A8A1-7789-BDA8-458743847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0DA3AB-6450-E6BF-A8FB-D0ED22869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2EF78-6B82-4194-A7A0-ACCCDA558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700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2AD5C-429F-4EAB-A79E-4278BDE7C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D08A2E-56BE-9A31-2547-1508A49EE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B2390-6B0D-4DDA-A92B-7EC281A11F51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801AAB-D464-D3B5-3FF9-D4C2D3BE4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A869E0-F1FA-F46D-FF93-1223BCA26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2EF78-6B82-4194-A7A0-ACCCDA558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99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29E63D-1A80-8617-E8C7-681C74C21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B2390-6B0D-4DDA-A92B-7EC281A11F51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67E9E9-7960-12F2-9900-A7064E192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B2FC76-64EA-9223-37B3-C2BEC9853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2EF78-6B82-4194-A7A0-ACCCDA558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862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4E681-8B69-A9AE-2DCE-3460677BD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5EE25-A57D-0510-5F66-C8C8B65243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0C6454-E574-7143-DC68-0CEBBD3632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30DB12-5CA4-F47D-F8B4-6617D3B4C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B2390-6B0D-4DDA-A92B-7EC281A11F51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C0624C-7DAF-574C-E481-F61D4667F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3534FD-AC50-DB7B-DD1A-116B5A37B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2EF78-6B82-4194-A7A0-ACCCDA558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425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7B968-EB86-B65F-E9DC-BCFB01C1B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5ED17A-71E4-EB6D-969C-E98FA0B5FF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B30E44-2196-FDA4-1FA0-A3CFB77949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4F7855-8D94-0B0D-1C1A-8B5D8A001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B2390-6B0D-4DDA-A92B-7EC281A11F51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578174-95F7-061B-72D3-C57D84D82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E36DA6-046B-3E87-9722-EBEC6F513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2EF78-6B82-4194-A7A0-ACCCDA558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677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9EDAA-A455-3DB6-CC07-DC060EB2B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35037B-8A4A-34A1-53AE-450DE0C3D3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6F2488-E5C7-B794-D1B7-79AE16D9A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B2390-6B0D-4DDA-A92B-7EC281A11F51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D7A425-14AD-540E-02D2-93886EA72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54E83D-9830-7C54-85C1-14A05C3B2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2EF78-6B82-4194-A7A0-ACCCDA558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439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C0167F-3B59-2EFD-C1A3-9E0F892273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2DC954-54CE-7F36-A16B-5658CAE079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7C74B4-171D-8DB8-25EC-1AB7F9472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B2390-6B0D-4DDA-A92B-7EC281A11F51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2D35B2-5077-5CED-4DFA-10413FD52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17EECE-1AEB-24A4-E57D-1F357D66F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2EF78-6B82-4194-A7A0-ACCCDA558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5589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9AEED-46E7-9819-7C71-4385682F8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81FDD5-37B6-9706-AF4D-763CDC7828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281710-DCC3-8555-0F53-B1EA9784C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B2390-6B0D-4DDA-A92B-7EC281A11F51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8B67A1-B03A-E4CC-EB55-F60BB565B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A2CD6D-3EA8-C9DA-0A5B-11F752944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2EF78-6B82-4194-A7A0-ACCCDA558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5332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B2390-6B0D-4DDA-A92B-7EC281A11F51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2EF78-6B82-4194-A7A0-ACCCDA558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7656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B2390-6B0D-4DDA-A92B-7EC281A11F51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2EF78-6B82-4194-A7A0-ACCCDA558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3186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B2390-6B0D-4DDA-A92B-7EC281A11F51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2EF78-6B82-4194-A7A0-ACCCDA558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2374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B2390-6B0D-4DDA-A92B-7EC281A11F51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2EF78-6B82-4194-A7A0-ACCCDA558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5130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B2390-6B0D-4DDA-A92B-7EC281A11F51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2EF78-6B82-4194-A7A0-ACCCDA558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6938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B2390-6B0D-4DDA-A92B-7EC281A11F51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2EF78-6B82-4194-A7A0-ACCCDA558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913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B2390-6B0D-4DDA-A92B-7EC281A11F51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2EF78-6B82-4194-A7A0-ACCCDA558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4622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B2390-6B0D-4DDA-A92B-7EC281A11F51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2EF78-6B82-4194-A7A0-ACCCDA558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4495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B2390-6B0D-4DDA-A92B-7EC281A11F51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2EF78-6B82-4194-A7A0-ACCCDA558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7104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B2390-6B0D-4DDA-A92B-7EC281A11F51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2EF78-6B82-4194-A7A0-ACCCDA558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79787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B2390-6B0D-4DDA-A92B-7EC281A11F51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2EF78-6B82-4194-A7A0-ACCCDA558BF0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162287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B2390-6B0D-4DDA-A92B-7EC281A11F51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2EF78-6B82-4194-A7A0-ACCCDA558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03877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B2390-6B0D-4DDA-A92B-7EC281A11F51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2EF78-6B82-4194-A7A0-ACCCDA558BF0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730861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B2390-6B0D-4DDA-A92B-7EC281A11F51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2EF78-6B82-4194-A7A0-ACCCDA558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3501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B2390-6B0D-4DDA-A92B-7EC281A11F51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2EF78-6B82-4194-A7A0-ACCCDA558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18221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B2390-6B0D-4DDA-A92B-7EC281A11F51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2EF78-6B82-4194-A7A0-ACCCDA558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10647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9AEED-46E7-9819-7C71-4385682F8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81FDD5-37B6-9706-AF4D-763CDC7828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281710-DCC3-8555-0F53-B1EA9784C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B2390-6B0D-4DDA-A92B-7EC281A11F51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8B67A1-B03A-E4CC-EB55-F60BB565B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A2CD6D-3EA8-C9DA-0A5B-11F752944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2EF78-6B82-4194-A7A0-ACCCDA558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145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31019E-B4F9-C102-BA96-222A1E221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C3B50A-D37D-56C3-1022-30A7709690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FD4242-0100-EB51-9066-827C1006E2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EB2390-6B0D-4DDA-A92B-7EC281A11F51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D10289-9F64-CBFC-A46D-771D13C239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2A6A9-5E9A-5EC8-6D5D-6E517FE090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C2EF78-6B82-4194-A7A0-ACCCDA558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338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EB2390-6B0D-4DDA-A92B-7EC281A11F51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AC2EF78-6B82-4194-A7A0-ACCCDA558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520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1_A8516433.xml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892A5-3B4E-8DDD-1FBA-159821B79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Combined read stress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30124-6C11-21BE-FAEE-D7E719DB25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Master one body placeholder</a:t>
            </a:r>
          </a:p>
        </p:txBody>
      </p:sp>
      <p:sp>
        <p:nvSpPr>
          <p:cNvPr id="4" name="FontGeorgia">
            <a:extLst>
              <a:ext uri="{FF2B5EF4-FFF2-40B4-BE49-F238E27FC236}">
                <a16:creationId xmlns:a16="http://schemas.microsoft.com/office/drawing/2014/main" id="{336061F6-0B27-DF8E-0D42-707735D32793}"/>
              </a:ext>
            </a:extLst>
          </p:cNvPr>
          <p:cNvSpPr txBox="1"/>
          <p:nvPr/>
        </p:nvSpPr>
        <p:spPr>
          <a:xfrm>
            <a:off x="508000" y="3810000"/>
            <a:ext cx="3302000" cy="381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latin typeface="Georgia" panose="02040502050405020303" pitchFamily="18" charset="0"/>
              </a:rPr>
              <a:t>Georgia typeface</a:t>
            </a:r>
          </a:p>
        </p:txBody>
      </p:sp>
      <p:sp>
        <p:nvSpPr>
          <p:cNvPr id="5" name="FontConsolas">
            <a:extLst>
              <a:ext uri="{FF2B5EF4-FFF2-40B4-BE49-F238E27FC236}">
                <a16:creationId xmlns:a16="http://schemas.microsoft.com/office/drawing/2014/main" id="{C42D1049-588A-1EDD-C802-15A4906EEE55}"/>
              </a:ext>
            </a:extLst>
          </p:cNvPr>
          <p:cNvSpPr txBox="1"/>
          <p:nvPr/>
        </p:nvSpPr>
        <p:spPr>
          <a:xfrm>
            <a:off x="508000" y="4254500"/>
            <a:ext cx="3302000" cy="381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Consolas typeface</a:t>
            </a:r>
          </a:p>
        </p:txBody>
      </p:sp>
      <p:sp>
        <p:nvSpPr>
          <p:cNvPr id="6" name="FontTrebuchet">
            <a:extLst>
              <a:ext uri="{FF2B5EF4-FFF2-40B4-BE49-F238E27FC236}">
                <a16:creationId xmlns:a16="http://schemas.microsoft.com/office/drawing/2014/main" id="{69000AB0-B4BF-8C4C-9143-241485696F19}"/>
              </a:ext>
            </a:extLst>
          </p:cNvPr>
          <p:cNvSpPr txBox="1"/>
          <p:nvPr/>
        </p:nvSpPr>
        <p:spPr>
          <a:xfrm>
            <a:off x="508000" y="4699000"/>
            <a:ext cx="3302000" cy="381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latin typeface="Trebuchet MS" panose="020B0603020202020204" pitchFamily="34" charset="0"/>
              </a:rPr>
              <a:t>Trebuchet typeface</a:t>
            </a:r>
          </a:p>
        </p:txBody>
      </p:sp>
      <p:pic>
        <p:nvPicPr>
          <p:cNvPr id="8" name="SvgIcon">
            <a:extLst>
              <a:ext uri="{FF2B5EF4-FFF2-40B4-BE49-F238E27FC236}">
                <a16:creationId xmlns:a16="http://schemas.microsoft.com/office/drawing/2014/main" id="{2AA25615-A406-8FA8-0AEB-D74A93B6558F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91000" y="3810000"/>
            <a:ext cx="812800" cy="812800"/>
          </a:xfrm>
          <a:prstGeom prst="rect">
            <a:avLst/>
          </a:prstGeom>
        </p:spPr>
      </p:pic>
      <p:pic>
        <p:nvPicPr>
          <p:cNvPr id="10" name="GrayPic">
            <a:extLst>
              <a:ext uri="{FF2B5EF4-FFF2-40B4-BE49-F238E27FC236}">
                <a16:creationId xmlns:a16="http://schemas.microsoft.com/office/drawing/2014/main" id="{D5CCEE82-2C4C-7253-728B-07C855E3C426}"/>
              </a:ext>
            </a:extLst>
          </p:cNvPr>
          <p:cNvPicPr>
            <a:picLocks/>
          </p:cNvPicPr>
          <p:nvPr/>
        </p:nvPicPr>
        <p:blipFill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7000" y="3810000"/>
            <a:ext cx="812800" cy="812800"/>
          </a:xfrm>
          <a:prstGeom prst="rect">
            <a:avLst/>
          </a:prstGeom>
        </p:spPr>
      </p:pic>
      <p:pic>
        <p:nvPicPr>
          <p:cNvPr id="12" name="BiLevelPic">
            <a:extLst>
              <a:ext uri="{FF2B5EF4-FFF2-40B4-BE49-F238E27FC236}">
                <a16:creationId xmlns:a16="http://schemas.microsoft.com/office/drawing/2014/main" id="{611C24C7-F2CA-E352-0272-6A936828F691}"/>
              </a:ext>
            </a:extLst>
          </p:cNvPr>
          <p:cNvPicPr>
            <a:picLocks/>
          </p:cNvPicPr>
          <p:nvPr/>
        </p:nvPicPr>
        <p:blipFill>
          <a:blip r:embed="rId4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9500" y="3810000"/>
            <a:ext cx="812800" cy="812800"/>
          </a:xfrm>
          <a:prstGeom prst="rect">
            <a:avLst/>
          </a:prstGeom>
        </p:spPr>
      </p:pic>
      <p:grpSp>
        <p:nvGrpSpPr>
          <p:cNvPr id="17" name="OuterGroup">
            <a:extLst>
              <a:ext uri="{FF2B5EF4-FFF2-40B4-BE49-F238E27FC236}">
                <a16:creationId xmlns:a16="http://schemas.microsoft.com/office/drawing/2014/main" id="{E57DECC0-F9EC-B376-1BEC-D25E0CFFD0F1}"/>
              </a:ext>
            </a:extLst>
          </p:cNvPr>
          <p:cNvGrpSpPr/>
          <p:nvPr/>
        </p:nvGrpSpPr>
        <p:grpSpPr>
          <a:xfrm rot="480000">
            <a:off x="7112000" y="3810000"/>
            <a:ext cx="2540000" cy="508000"/>
            <a:chOff x="7112000" y="3810000"/>
            <a:chExt cx="2540000" cy="508000"/>
          </a:xfrm>
        </p:grpSpPr>
        <p:grpSp>
          <p:nvGrpSpPr>
            <p:cNvPr id="15" name="InnerGroup">
              <a:extLst>
                <a:ext uri="{FF2B5EF4-FFF2-40B4-BE49-F238E27FC236}">
                  <a16:creationId xmlns:a16="http://schemas.microsoft.com/office/drawing/2014/main" id="{2FDA5856-4FF9-A5B4-90E5-C0BC8EF9800B}"/>
                </a:ext>
              </a:extLst>
            </p:cNvPr>
            <p:cNvGrpSpPr/>
            <p:nvPr/>
          </p:nvGrpSpPr>
          <p:grpSpPr>
            <a:xfrm>
              <a:off x="7112000" y="3810000"/>
              <a:ext cx="1651000" cy="508000"/>
              <a:chOff x="7112000" y="3810000"/>
              <a:chExt cx="1651000" cy="508000"/>
            </a:xfrm>
          </p:grpSpPr>
          <p:sp>
            <p:nvSpPr>
              <p:cNvPr id="13" name="RectA">
                <a:extLst>
                  <a:ext uri="{FF2B5EF4-FFF2-40B4-BE49-F238E27FC236}">
                    <a16:creationId xmlns:a16="http://schemas.microsoft.com/office/drawing/2014/main" id="{E500A80D-BCBE-361E-3733-31EA80DAA946}"/>
                  </a:ext>
                </a:extLst>
              </p:cNvPr>
              <p:cNvSpPr/>
              <p:nvPr/>
            </p:nvSpPr>
            <p:spPr>
              <a:xfrm>
                <a:off x="7112000" y="3810000"/>
                <a:ext cx="762000" cy="50800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B">
                <a:extLst>
                  <a:ext uri="{FF2B5EF4-FFF2-40B4-BE49-F238E27FC236}">
                    <a16:creationId xmlns:a16="http://schemas.microsoft.com/office/drawing/2014/main" id="{A7A9FAC9-5574-7E01-13E9-FE85AA1375F9}"/>
                  </a:ext>
                </a:extLst>
              </p:cNvPr>
              <p:cNvSpPr/>
              <p:nvPr/>
            </p:nvSpPr>
            <p:spPr>
              <a:xfrm>
                <a:off x="8001000" y="3810000"/>
                <a:ext cx="762000" cy="50800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6" name="RectC">
              <a:extLst>
                <a:ext uri="{FF2B5EF4-FFF2-40B4-BE49-F238E27FC236}">
                  <a16:creationId xmlns:a16="http://schemas.microsoft.com/office/drawing/2014/main" id="{6F2506F9-1B0B-870E-E1BF-2CB331485296}"/>
                </a:ext>
              </a:extLst>
            </p:cNvPr>
            <p:cNvSpPr/>
            <p:nvPr/>
          </p:nvSpPr>
          <p:spPr>
            <a:xfrm>
              <a:off x="8890000" y="3810000"/>
              <a:ext cx="762000" cy="508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18" name="StyledTable">
            <a:extLst>
              <a:ext uri="{FF2B5EF4-FFF2-40B4-BE49-F238E27FC236}">
                <a16:creationId xmlns:a16="http://schemas.microsoft.com/office/drawing/2014/main" id="{6C75C5B2-A3C6-E523-6F32-41A262EB6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6269174"/>
              </p:ext>
            </p:extLst>
          </p:nvPr>
        </p:nvGraphicFramePr>
        <p:xfrm>
          <a:off x="508000" y="5207000"/>
          <a:ext cx="4826001" cy="11430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608667">
                  <a:extLst>
                    <a:ext uri="{9D8B030D-6E8A-4147-A177-3AD203B41FA5}">
                      <a16:colId xmlns:a16="http://schemas.microsoft.com/office/drawing/2014/main" val="2365602816"/>
                    </a:ext>
                  </a:extLst>
                </a:gridCol>
                <a:gridCol w="1608667">
                  <a:extLst>
                    <a:ext uri="{9D8B030D-6E8A-4147-A177-3AD203B41FA5}">
                      <a16:colId xmlns:a16="http://schemas.microsoft.com/office/drawing/2014/main" val="486903014"/>
                    </a:ext>
                  </a:extLst>
                </a:gridCol>
                <a:gridCol w="1608667">
                  <a:extLst>
                    <a:ext uri="{9D8B030D-6E8A-4147-A177-3AD203B41FA5}">
                      <a16:colId xmlns:a16="http://schemas.microsoft.com/office/drawing/2014/main" val="179751309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/>
                        <a:t>H1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449855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/>
                        <a:t>body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5579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050826"/>
                  </a:ext>
                </a:extLst>
              </a:tr>
            </a:tbl>
          </a:graphicData>
        </a:graphic>
      </p:graphicFrame>
      <p:graphicFrame>
        <p:nvGraphicFramePr>
          <p:cNvPr id="19" name="LumModTable">
            <a:extLst>
              <a:ext uri="{FF2B5EF4-FFF2-40B4-BE49-F238E27FC236}">
                <a16:creationId xmlns:a16="http://schemas.microsoft.com/office/drawing/2014/main" id="{FF18B118-3D4E-A8BF-6DBC-638B89467F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8317558"/>
              </p:ext>
            </p:extLst>
          </p:nvPr>
        </p:nvGraphicFramePr>
        <p:xfrm>
          <a:off x="5715000" y="5207000"/>
          <a:ext cx="381000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403325747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591317415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lang="en-US"/>
                        <a:t>tinted</a:t>
                      </a:r>
                    </a:p>
                  </a:txBody>
                  <a:tcPr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6618379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27056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7384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42328-F6E0-35CE-A698-D42F323F5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Second master, second theme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374873-9B2C-7A30-241F-9C81053790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Master two body placeholder</a:t>
            </a:r>
          </a:p>
        </p:txBody>
      </p:sp>
      <p:sp>
        <p:nvSpPr>
          <p:cNvPr id="4" name="Headline">
            <a:extLst>
              <a:ext uri="{FF2B5EF4-FFF2-40B4-BE49-F238E27FC236}">
                <a16:creationId xmlns:a16="http://schemas.microsoft.com/office/drawing/2014/main" id="{0F224E37-3004-FD1B-C7E7-73C9F163EA94}"/>
              </a:ext>
            </a:extLst>
          </p:cNvPr>
          <p:cNvSpPr txBox="1"/>
          <p:nvPr/>
        </p:nvSpPr>
        <p:spPr>
          <a:xfrm>
            <a:off x="762000" y="3810000"/>
            <a:ext cx="508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Draft headline on master two</a:t>
            </a:r>
          </a:p>
        </p:txBody>
      </p:sp>
      <p:graphicFrame>
        <p:nvGraphicFramePr>
          <p:cNvPr id="5" name="StyledTable2">
            <a:extLst>
              <a:ext uri="{FF2B5EF4-FFF2-40B4-BE49-F238E27FC236}">
                <a16:creationId xmlns:a16="http://schemas.microsoft.com/office/drawing/2014/main" id="{E7999C3C-38DA-73F1-8EE1-52E5AB6AEF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8089059"/>
              </p:ext>
            </p:extLst>
          </p:nvPr>
        </p:nvGraphicFramePr>
        <p:xfrm>
          <a:off x="762000" y="4572000"/>
          <a:ext cx="5080000" cy="10160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693333">
                  <a:extLst>
                    <a:ext uri="{9D8B030D-6E8A-4147-A177-3AD203B41FA5}">
                      <a16:colId xmlns:a16="http://schemas.microsoft.com/office/drawing/2014/main" val="3267955367"/>
                    </a:ext>
                  </a:extLst>
                </a:gridCol>
                <a:gridCol w="1693333">
                  <a:extLst>
                    <a:ext uri="{9D8B030D-6E8A-4147-A177-3AD203B41FA5}">
                      <a16:colId xmlns:a16="http://schemas.microsoft.com/office/drawing/2014/main" val="4131608855"/>
                    </a:ext>
                  </a:extLst>
                </a:gridCol>
                <a:gridCol w="1693333">
                  <a:extLst>
                    <a:ext uri="{9D8B030D-6E8A-4147-A177-3AD203B41FA5}">
                      <a16:colId xmlns:a16="http://schemas.microsoft.com/office/drawing/2014/main" val="1809476669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54671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63879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390635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</Words>
  <Application>Microsoft Office PowerPoint</Application>
  <PresentationFormat>Custom</PresentationFormat>
  <Paragraphs>14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11" baseType="lpstr">
      <vt:lpstr>Aptos Display</vt:lpstr>
      <vt:lpstr>Wingdings 3</vt:lpstr>
      <vt:lpstr>Aptos</vt:lpstr>
      <vt:lpstr>Georgia</vt:lpstr>
      <vt:lpstr>Consolas</vt:lpstr>
      <vt:lpstr>Arial</vt:lpstr>
      <vt:lpstr>Trebuchet MS</vt:lpstr>
      <vt:lpstr>Office Theme</vt:lpstr>
      <vt:lpstr>Facet</vt:lpstr>
      <vt:lpstr>Combined read stress</vt:lpstr>
      <vt:lpstr>Second master, second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HERNÁNDEZ BERNAL Santiago</dc:creator>
  <cp:lastModifiedBy>HERNÁNDEZ BERNAL Santiago</cp:lastModifiedBy>
  <cp:revision>1</cp:revision>
  <dcterms:created xsi:type="dcterms:W3CDTF">2026-07-24T08:52:53Z</dcterms:created>
  <dcterms:modified xsi:type="dcterms:W3CDTF">2026-07-24T08:52:57Z</dcterms:modified>
</cp:coreProperties>
</file>