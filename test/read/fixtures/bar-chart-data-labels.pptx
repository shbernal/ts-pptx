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B1D-45BD-AA33-3F98B3F706F0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AB1D-45BD-AA33-3F98B3F706F0}"/>
              </c:ext>
            </c:extLst>
          </c:dPt>
          <c:dPt>
            <c:idx val="2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B1D-45BD-AA33-3F98B3F706F0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AB1D-45BD-AA33-3F98B3F706F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Low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B1D-45BD-AA33-3F98B3F706F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Mid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B1D-45BD-AA33-3F98B3F706F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High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B1D-45BD-AA33-3F98B3F706F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Peak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B1D-45BD-AA33-3F98B3F706F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18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1D-45BD-AA33-3F98B3F706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36101231"/>
        <c:axId val="736084911"/>
      </c:barChart>
      <c:catAx>
        <c:axId val="7361012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6084911"/>
        <c:crosses val="autoZero"/>
        <c:auto val="1"/>
        <c:lblAlgn val="ctr"/>
        <c:lblOffset val="100"/>
        <c:noMultiLvlLbl val="0"/>
      </c:catAx>
      <c:valAx>
        <c:axId val="736084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61012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8CF2-9AF2-45F8-36B2-D98661338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B92D2-B4D1-7A2A-DB79-58B7C6F31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82A51-54CC-8B9D-7895-848FEE80F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4E1E6-AE23-1E70-4382-FE378C443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FE990-7B66-199E-C1DA-E0957334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85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4D17A-E624-6A4A-E696-DE46F5D9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F5C38-FBD3-304A-B58A-2696B5D3B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D030E-3307-14F8-A612-0C35A5350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F1527-6CB4-5550-F4BD-4E70B6F0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E1D01-355A-CAF9-498D-55E210FB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52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EA6AE-6308-5288-D2B6-7E169FCE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B5C5F-2C9E-6239-06ED-0D8A6AFB3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01A60-FAE9-F620-E5F5-BC7A3C13F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68B52-164B-4B71-A034-427D59A7E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9A20B-9297-5115-F49D-694106E05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2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8594-6F77-CF8C-132C-E7082E4B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F6357-808A-A3A3-9B09-0884156915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9D6F9-6AF2-E8A1-989F-E6D49F6DD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D2964-CF47-7313-8E84-AF2B9B67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D6505-C914-E8AE-1E49-2F9BFA19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9BEC7-23D5-9648-13A8-38DE413C0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24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2E9-CC77-71DF-2F15-311B3503E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A786F-5A84-595A-BB2B-10FB3B614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16B7D-2FBF-CAAE-1FE1-791E63CEC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C7DC09-9EED-EB51-AA45-B73D2B63D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269B0-7346-39EA-E505-DA6891C8F9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27591D-BF1F-0F02-65E0-5A0F86136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C2BDDC-AD53-94A8-C548-460E343B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7611C-58D7-FC07-DD1A-8B4169894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67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A3D9F-896E-1269-1DF5-41F68505C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15187A-EE50-702F-0359-E805382F5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DB650-B929-9855-4D84-E4829537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605E0-25C4-16CE-6B4C-33FEBC58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98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BB91A4-DECC-788C-69C8-5010736A0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29BE1-AE83-2444-E367-E067B478A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AA4F9-39E2-8ADB-E9AA-389DC72A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69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3675B-F04F-D610-8798-8A4D61E9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27C41-282A-5814-0F6C-C8751C52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08DB0-EC81-396B-F6FA-C55E2151D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098EE-4DD7-CAC7-69D7-F53DDC55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37F23-899A-6D92-973C-34F6297E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601D0-EB09-642C-D79E-6F1E4227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98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E03F4-8CF3-B267-2689-D9891ACB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E52C73-6B97-A2B0-E097-CC4B7CBF69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927AF-AAD1-8F8F-D6B1-C29403177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2E780-B5E6-A1D3-67CA-CACF7BC2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01606-6EAB-40E1-8B81-278782FF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9B619-7A7F-0DB7-1346-B4CB1309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59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5BD7A-D334-9E8B-6557-73B47E7A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232D0-324C-728A-271A-093F75474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7EA37-0C48-9E7D-5E84-9EBDB5F87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BAB65-BD6A-6630-482D-A98BBCC52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7A22F-DE66-131E-5C3C-59572E86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18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0CFD2-D769-F488-2246-61E19FC24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3F3CD9-D239-59C3-33CB-CDAD9C9EC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7AB4-AFFB-3DDA-F0E4-574CE8E4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07FF2-BF6D-86AB-0C52-EC0734BD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F54FE-4FEF-21D7-B651-B2BCA469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5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781E7-F326-10FC-A93B-6CBD9981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DC418-B632-2B55-0312-D38B34FF6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0CC43-6836-3250-9172-F5717F629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32E56-7BBA-4DD6-B202-6D3C23C93DC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289AF-B7AF-30E8-71E4-555C679BB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81050-F2C2-9C52-D80D-34EFC7D89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70652-7075-4466-B657-1E2C9CB62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8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bar-chart-727">
            <a:extLst>
              <a:ext uri="{FF2B5EF4-FFF2-40B4-BE49-F238E27FC236}">
                <a16:creationId xmlns:a16="http://schemas.microsoft.com/office/drawing/2014/main" id="{F9DC6120-20A2-BDD1-6667-E91FD6C8BB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6807915"/>
              </p:ext>
            </p:extLst>
          </p:nvPr>
        </p:nvGraphicFramePr>
        <p:xfrm>
          <a:off x="762000" y="762000"/>
          <a:ext cx="10668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9188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2026-06-19T10:04:24Z</dcterms:created>
  <dcterms:modified xsi:type="dcterms:W3CDTF">2026-06-19T10:04:32Z</dcterms:modified>
</cp:coreProperties>
</file>