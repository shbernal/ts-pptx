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8149-91EC-6863-EE03-E405BE7F9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D685D-7554-11C8-876E-BB2416BEA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F511-8917-534A-74F6-4065F840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406C3-E429-8EAB-5C5D-1FB35D0E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9B511-3EF3-6421-6A84-DA4E16AD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3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E74FE-3E11-EEB6-6717-4648EBD4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44489-8FCF-402B-39C2-7D2F1FA9E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0" y="1270000"/>
            <a:ext cx="3810000" cy="2540000"/>
          </a:xfrm>
        </p:spPr>
        <p:txBody>
          <a:bodyPr lIns="914400"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435EF-C53B-6B64-3AE3-3B64CC7B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D20D5-C791-4460-5D07-18D6B910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1B56F-DBB4-D7DC-43E5-BC5B48BC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3B46D-890F-41F2-BD62-FD5C1A16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9BF8F-B0DC-C72D-F88F-35EF5FFEF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3EF6A-06DC-27FE-EABD-EDD05888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025B2-C60E-EDA0-6693-997603DB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0D18A-DB3B-85D9-CC83-EB707389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9103-0302-23A6-C20C-84CE52DF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0BD77-0924-53C6-4045-ED33A7987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3733A-86AF-2010-7A84-3A576655C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984C8-E196-A6EE-D3C5-2F4F07E8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AFD9A-87E6-FBA0-ED59-827D3675C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AE7E5-F15A-80D7-237D-2B03DB7E7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6117-6F8C-783C-11B2-639A208BE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744B-A9AA-098F-B1A4-20E7D2868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8B478-830F-9D3A-6A55-A5C679187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D10CA-F609-819C-698E-6D5FD718C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76675-CCF2-535F-C0C2-958DF3569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61D76-E0C5-3BA7-965D-4C973AF3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559AC-1E1D-7432-B8AA-C61ED485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54D04-21E0-6A04-CC01-2A2CE9F6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8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A59C-EE97-69FE-DACE-D84B09D76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2A87E-24F9-4B16-EA79-161F99FD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94DE1-DB20-5F93-5ABD-84763F11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50A6A-2544-3772-E206-04EB8FBA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6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E9C6D-C868-458D-83CF-36AF19D1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DB52E-2B09-2E2A-5EEA-1DA3E137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4B438-60A1-6EB8-129F-8A2EE9E9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680AF-E74B-3D4D-8931-0570AD5C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0BFE-C8B9-78EC-A4DD-C3046B533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4A1F1-DB98-0427-9ED6-4C901E018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B07A4-E650-C435-92E8-EE450AC3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98F90-31B1-541D-5890-1BF6058C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5A921-52E8-2A34-9871-ECC639B1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9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9ECA-8CC1-5990-B37E-81CE86F6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BC3E6-B70D-F70B-386E-D1D33B5C1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67039-CAAD-F559-DBB7-707DC1D40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20C27-6E99-BAF8-6926-C61B10F6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2E01A-4AC3-465B-E8DE-D7069656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C5860-C5EC-1C1B-0ED6-15BDDFDC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1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4FD2-12CA-AF5F-E9CD-25D18E7E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6F665-E343-B728-6AC2-FAFB342A9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29F5-7D0F-160F-1600-3C3A8A28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00099-99AA-4516-7CA0-EA698EF7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A7DEE-EFCF-F81E-B5FD-82B6A46E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6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4F7DA-C480-7B8F-82F5-9C9DF399F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8F906-2788-391B-0BD0-5F2936296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EE81-9BFE-15D3-8B31-5E7C0A19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3B348-3947-5C09-DCD6-9EBD0DBF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E7E95-6CC0-F35E-3C75-6D368E4D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7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B7E88-C1DC-19C7-64DC-10DDA974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B363-CBFA-4297-B2F9-285C0FF3A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E310C-BA3D-9744-45F4-3C0EA1DD5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6E0CC-3573-429B-97ED-A86549325F6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A28C9-09CF-C319-849C-21405399D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B3B19-4F86-29E5-1E84-532574200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2C211-A627-4DF5-93D4-F5D3E33A6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3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6B8B-7EFF-61B4-CADA-A375E948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Placeholder override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4CF02-88B8-BDE3-25EE-CBAF7A4E2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0" y="1270000"/>
            <a:ext cx="3810000" cy="2540000"/>
          </a:xfrm>
        </p:spPr>
        <p:txBody>
          <a:bodyPr anchor="t"/>
          <a:lstStyle/>
          <a:p>
            <a:r>
              <a:rPr lang="en-US"/>
              <a:t>slide body</a:t>
            </a:r>
          </a:p>
        </p:txBody>
      </p:sp>
    </p:spTree>
    <p:extLst>
      <p:ext uri="{BB962C8B-B14F-4D97-AF65-F5344CB8AC3E}">
        <p14:creationId xmlns:p14="http://schemas.microsoft.com/office/powerpoint/2010/main" val="4117541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Placeholder override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2026-09-04T09:09:46Z</dcterms:created>
  <dcterms:modified xsi:type="dcterms:W3CDTF">2026-09-04T09:09:46Z</dcterms:modified>
</cp:coreProperties>
</file>