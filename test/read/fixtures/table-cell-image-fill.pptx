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118" autoAdjust="0"/>
    <p:restoredTop sz="94660"/>
  </p:normalViewPr>
  <p:slideViewPr>
    <p:cSldViewPr snapToGrid="0">
      <p:cViewPr varScale="1">
        <p:scale>
          <a:sx n="10" d="100"/>
          <a:sy n="10" d="100"/>
        </p:scale>
        <p:origin x="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E787-A124-7F3E-43FA-B1DE4BBAE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64CC1-0500-F00D-EAA0-113C1284C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C1F2A-196F-A595-B138-227EFDDB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76CF1-D0FE-C796-AED5-709FB908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D8368-5C9B-9AF7-01A9-01448E0F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0750-88C7-9B44-110F-64FA2203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F7D4-ECF2-37D5-8173-3E5180F23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18CFC-04C1-B98D-7E13-3B55F56B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65DDD-A5E1-D892-F147-37DBF835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C5545-7901-BE79-726F-7D354806B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1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4782-5305-1AF3-DAC0-FD383209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4A9CF-6A91-87A9-F86F-4C886898D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E438-CAC5-D1C2-438F-78DACC98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DAEF7-5DCC-9F9B-9641-02D4B2B4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BC614-EE6F-2067-1651-D1248AF1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4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3146-4F99-6A51-B9E8-9A8E66CF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79FD4-4D5B-F156-5955-820A1C4B5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1555A-B92E-A3A6-56DD-9522E1227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DE17D-15E4-6686-41DA-8D57ABC90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92064-51D7-F754-47ED-C1ADFFAB5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7C77C-646D-D61C-7455-B250351E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3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6AB00-82B9-587F-B1DB-0F357E65A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DF801-8B3A-7136-5C4A-12F811308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48C6-8049-3CBA-8F35-42D3A23FB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721ECB-5637-EC7B-E8E7-6AA985339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2707E2-BEB8-A8B8-7E4D-B3E6A50B7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1319EE-A472-C502-60CB-8C8EB541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4BA57-4329-FABE-5200-9FACF3BE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672E4-5D32-44AB-85F5-25425F3E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4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00DF-6F02-A75A-D35E-A5252DEB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7D107-0269-EB05-EB8B-83249106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9D66A-6D08-825D-E7B5-5FCB5F47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85379-BCDC-DA39-DD9C-083CDC11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3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045C4-88E4-54A9-4EED-CE2A11BD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5E6C5-7FD1-A823-45B3-7F616DEA2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CDE47-4F17-1741-03A8-F4DD82A3C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02D3-A6BB-A7A0-72A1-CD0949C2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B7703-08B2-FB38-5DB8-AA99586A6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66B4D-5171-7AC5-AE0C-F78862A07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0C5F0-0626-F14E-B8D5-984BF950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0FB2E-C1BC-A24E-5C6E-B790F35D8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EEEDE-18C1-9F30-2DB1-61A7F1CF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8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CF60-DA61-8B45-3FF2-D5217B8EB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FA6C1-A527-17D7-94F2-061DE7B22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DE995-488F-52AF-A873-BE5497892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B2433-E3D1-F2D6-6094-41C399FF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F6DB6-1B66-3D32-F1F4-DD2668C4C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735CB-E9FD-8CB6-1F46-C2C03960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82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8636-E373-4960-EABC-6E7FDA2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E3501-2771-53B0-D42A-871D90FB9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6CE76-0CA5-93E4-F9D3-F592792A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FB3A7-66BB-1A2B-63E5-A27EB69B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9810-9146-5D5B-8706-D632BB57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1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3DD821-5DE0-3C78-07E3-A7EA8F516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D794B-CB69-2338-ACDA-57C4E4B3B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8E6F5-1F45-4109-CA6A-70B441F0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B20BF-AA7A-E806-AA88-C6BB9A03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00F85-E96F-9443-7B06-F9927180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91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AEF3A-61C9-D817-F566-B756D611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381D1-AECA-1853-AD37-4C3B7B642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79110-7AB8-DF52-E149-430287B5D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FEECF-A207-47AF-892D-CC9661B0C42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57883-1EE1-6F7C-9A93-F4A2EE46D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0B474-304B-A99D-C229-869263A8F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3BE9B4-AFAA-4668-BFAD-492731955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ellImageFillTable">
            <a:extLst>
              <a:ext uri="{FF2B5EF4-FFF2-40B4-BE49-F238E27FC236}">
                <a16:creationId xmlns:a16="http://schemas.microsoft.com/office/drawing/2014/main" id="{F3E85808-B23F-4F85-9AA1-F020373B1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244057"/>
              </p:ext>
            </p:extLst>
          </p:nvPr>
        </p:nvGraphicFramePr>
        <p:xfrm>
          <a:off x="762000" y="762000"/>
          <a:ext cx="10668000" cy="508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411871667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193349113"/>
                    </a:ext>
                  </a:extLst>
                </a:gridCol>
              </a:tblGrid>
              <a:tr h="1270000">
                <a:tc>
                  <a:txBody>
                    <a:bodyPr/>
                    <a:lstStyle/>
                    <a:p>
                      <a:r>
                        <a:rPr lang="en-US"/>
                        <a:t>A1 picture</a:t>
                      </a:r>
                    </a:p>
                  </a:txBody>
                  <a:tcPr>
                    <a:lnB w="38100">
                      <a:solidFill>
                        <a:schemeClr val="tx1"/>
                      </a:solidFill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A2 solid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441286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r>
                        <a:rPr lang="en-US"/>
                        <a:t>B1 picture+borders</a:t>
                      </a:r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B2 plain</a:t>
                      </a:r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60814781"/>
                  </a:ext>
                </a:extLst>
              </a:tr>
              <a:tr h="1270000">
                <a:tc gridSpan="2">
                  <a:txBody>
                    <a:bodyPr/>
                    <a:lstStyle/>
                    <a:p>
                      <a:r>
                        <a:rPr lang="en-US"/>
                        <a:t>C merged picture</a:t>
                      </a:r>
                    </a:p>
                  </a:txBody>
                  <a:tcPr>
                    <a:lnT w="38100">
                      <a:solidFill>
                        <a:schemeClr val="tx1"/>
                      </a:solidFill>
                    </a:lnT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070548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r>
                        <a:rPr lang="en-US"/>
                        <a:t>D1 tiled</a:t>
                      </a:r>
                    </a:p>
                  </a:txBody>
                  <a:tcPr>
                    <a:blipFill dpi="0" rotWithShape="1">
                      <a:blip r:embed="rId2"/>
                      <a:srcRect/>
                      <a:tile tx="0" ty="0" sx="100000" sy="100000" flip="xy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D2 plain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982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93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2026-07-27T15:57:29Z</dcterms:created>
  <dcterms:modified xsi:type="dcterms:W3CDTF">2026-07-27T15:57:39Z</dcterms:modified>
</cp:coreProperties>
</file>