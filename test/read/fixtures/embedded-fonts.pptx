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2192000" cy="6858000"/>
  <p:notesSz cx="6858000" cy="9144000"/>
  <p:embeddedFontLst>
    <p:embeddedFont>
      <p:font typeface="Silkscreen" pitchFamily="2" charset="0"/>
      <p:regular r:id="rId3"/>
      <p:bold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" d="100"/>
          <a:sy n="13" d="100"/>
        </p:scale>
        <p:origin x="56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0CB2E-31B6-E2A1-5DF1-5257591F7C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99E15C-6425-34E9-5A07-2191E2A015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46F88-D163-A1DA-7C2A-5FE9EEBBE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2D53-A910-440E-B27D-3B2B68352D4D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91C2D-4C00-967C-9B89-9801050E7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FC49F-7BDB-65CF-4F0F-DF6B0D03E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09EF7-617C-4F3A-A2F0-F15801330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048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CC6C3-6AB9-57F3-60EE-5532121CE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CC8DF-9C87-A63A-D4AF-7441E00BA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6AE16-49D5-6F31-38CC-9ED6EC868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2D53-A910-440E-B27D-3B2B68352D4D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2D487-7D39-B3CB-1A5A-46110D318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09CC0-7ACB-932A-D703-A7864DBA3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09EF7-617C-4F3A-A2F0-F15801330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4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F7177-42FB-3D46-9E73-A7A03ED93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B31068-2A59-D123-943C-F70BF6E65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FC5C5E-9379-9680-BF1B-A80F4FDA7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2D53-A910-440E-B27D-3B2B68352D4D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9ADF65-036C-17B5-C013-8EA4A99EF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A4330-5B63-C540-08BA-6B394018E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09EF7-617C-4F3A-A2F0-F15801330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754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55BC2-8A01-E7CF-ACFD-B31294B06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60490-2932-4A2C-69FB-3834A5609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7AFB3A-24D2-A932-3F0F-2A4158DBD8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A909F5-9455-BD95-A1B3-447F434F7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2D53-A910-440E-B27D-3B2B68352D4D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452956-80C6-C870-1170-524621B4F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E95725-7BD8-5E94-BFCA-46AE0DE71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09EF7-617C-4F3A-A2F0-F15801330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578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2AE44-A8B7-A0DE-54BC-32FFCD386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88222-5180-9B6E-C3CB-BB020233D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5B235C-CD2F-2950-AC28-E61CC4D2CE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39EAB0-E69F-B49E-E194-A5BB2570CA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125613-3382-88E7-1FD4-C51433A2EE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88145D-177C-B396-1362-96A0EB221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2D53-A910-440E-B27D-3B2B68352D4D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E0B547-E61B-542E-8805-C0F0E8676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B58DC9-516E-EF57-F353-A5257E3B3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09EF7-617C-4F3A-A2F0-F15801330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549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6B88A-D1B9-8ACD-D2C4-287A9FAA6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411050-DF3A-C242-66EB-D88404000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2D53-A910-440E-B27D-3B2B68352D4D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CB2C17-90DF-5986-806B-9B5FB577F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95F73F-0BB1-5366-E91F-C5766909A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09EF7-617C-4F3A-A2F0-F15801330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513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28860F-2632-6265-5657-A84B1D04D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2D53-A910-440E-B27D-3B2B68352D4D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0B5693-3880-FC59-75FC-D4EB9E78E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D27B12-2699-C9B2-6F98-7F9ED086B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09EF7-617C-4F3A-A2F0-F15801330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202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B8317-A43F-BA7B-E48B-AF927EAF3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420E7-90D6-6E8C-8299-9A9411E32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EB52A2-91A3-ED51-85B9-7AC97C7395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B92B32-AB65-D947-172D-036B1A804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2D53-A910-440E-B27D-3B2B68352D4D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7CB41B-EDCC-7367-F31B-B40A335CB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688974-2859-DBF2-F30D-284FAA77B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09EF7-617C-4F3A-A2F0-F15801330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240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17976-3C85-1C17-9925-BBC5A660F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5846ED-27BF-C41B-AD43-99B3275517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56C14C-3117-9681-28AF-5D270C679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DBECE4-FC25-E451-79FC-786F483F8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2D53-A910-440E-B27D-3B2B68352D4D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598105-3767-7AAD-D9FD-C147D64E0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3D7F3-ACE4-E4FB-0601-467091E8F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09EF7-617C-4F3A-A2F0-F15801330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325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11986-3280-FCB5-5C3E-478EF3732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9088BE-1912-DA5F-1D51-363F538016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29B77-0CCD-C50E-BBB6-8C9361159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2D53-A910-440E-B27D-3B2B68352D4D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5C2DF-D65B-190D-B473-F04E764B8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F89C5-1155-BC16-8DC7-551A4C60E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09EF7-617C-4F3A-A2F0-F15801330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781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2CAF78-1C18-B4A7-5810-C55BEBDCB0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D9C668-8436-37B3-A0B3-F8820A1DBD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6E03B-B7D8-409F-FD78-2C8F2441D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2D53-A910-440E-B27D-3B2B68352D4D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B8BF1E-A245-F3A3-319F-40388B809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3BFD7-A7B3-2C12-5AD7-9DE037E48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09EF7-617C-4F3A-A2F0-F15801330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304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797A42-D43A-40FA-2F7C-472B3D821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78D26B-E1E4-8201-F51A-3E7513C42E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B3B8D-D305-D559-4DCC-36CFECC388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2F2D53-A910-440E-B27D-3B2B68352D4D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788D2-0A69-9F0B-DC68-F643E9CD9A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EE948-C132-900F-8446-207D2CE0F4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209EF7-617C-4F3A-A2F0-F158013303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954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lkscreen-text">
            <a:extLst>
              <a:ext uri="{FF2B5EF4-FFF2-40B4-BE49-F238E27FC236}">
                <a16:creationId xmlns:a16="http://schemas.microsoft.com/office/drawing/2014/main" id="{B826E4F6-6F4A-DF60-C67E-1D464130600C}"/>
              </a:ext>
            </a:extLst>
          </p:cNvPr>
          <p:cNvSpPr txBox="1"/>
          <p:nvPr/>
        </p:nvSpPr>
        <p:spPr>
          <a:xfrm>
            <a:off x="762000" y="2032000"/>
            <a:ext cx="10668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>
                <a:latin typeface="Silkscreen" pitchFamily="2" charset="0"/>
              </a:rPr>
              <a:t>Silkscreen Regular ABCabc123</a:t>
            </a:r>
          </a:p>
          <a:p>
            <a:r>
              <a:rPr lang="en-US" sz="2400" b="1">
                <a:latin typeface="Silkscreen" pitchFamily="2" charset="0"/>
              </a:rPr>
              <a:t>Silkscreen Bold ABCabc123</a:t>
            </a:r>
          </a:p>
        </p:txBody>
      </p:sp>
    </p:spTree>
    <p:extLst>
      <p:ext uri="{BB962C8B-B14F-4D97-AF65-F5344CB8AC3E}">
        <p14:creationId xmlns:p14="http://schemas.microsoft.com/office/powerpoint/2010/main" val="3883921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Silkscreen</vt:lpstr>
      <vt:lpstr>Aptos Display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HERNÁNDEZ BERNAL Santiago</dc:creator>
  <cp:lastModifiedBy>HERNÁNDEZ BERNAL Santiago</cp:lastModifiedBy>
  <cp:revision>1</cp:revision>
  <dcterms:created xsi:type="dcterms:W3CDTF">2026-06-25T14:45:03Z</dcterms:created>
  <dcterms:modified xsi:type="dcterms:W3CDTF">2026-06-25T14:50:05Z</dcterms:modified>
</cp:coreProperties>
</file>