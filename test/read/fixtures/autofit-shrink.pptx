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7" d="100"/>
          <a:sy n="37" d="100"/>
        </p:scale>
        <p:origin x="8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D69C-FC82-7DAF-3F6C-071C50396A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5FE880-8E1A-6181-E536-ECE52D3025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6E223D-0619-4ED1-B39E-3736AA5BD2F1}"/>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5" name="Footer Placeholder 4">
            <a:extLst>
              <a:ext uri="{FF2B5EF4-FFF2-40B4-BE49-F238E27FC236}">
                <a16:creationId xmlns:a16="http://schemas.microsoft.com/office/drawing/2014/main" id="{FE285AF3-3079-1775-555E-55A4B578E7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E099DD-B71A-2969-6B0A-53BE2090A5EA}"/>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2381776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6B94B-1D25-4CA1-6F42-B848CDFE04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9888E8-A99E-B26C-1F00-8941097DE0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A2174E-155C-130A-8004-F4D8E6F3DDAC}"/>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5" name="Footer Placeholder 4">
            <a:extLst>
              <a:ext uri="{FF2B5EF4-FFF2-40B4-BE49-F238E27FC236}">
                <a16:creationId xmlns:a16="http://schemas.microsoft.com/office/drawing/2014/main" id="{CDE754D7-BB24-8397-C34F-B50BE5E25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6B58A-C16F-BB30-3A2D-705301B920AF}"/>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1127154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08DF2-3271-1C63-85E0-E9B79CDBAA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45B377-CDBD-50C0-7025-F284697162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B4789-9FDA-45AB-1BB5-67C0FA6918E2}"/>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5" name="Footer Placeholder 4">
            <a:extLst>
              <a:ext uri="{FF2B5EF4-FFF2-40B4-BE49-F238E27FC236}">
                <a16:creationId xmlns:a16="http://schemas.microsoft.com/office/drawing/2014/main" id="{582A2D02-34ED-FA14-8E09-5BAC1E7457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C252F-A6DD-9021-FE6E-78A18B5B9428}"/>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72269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DCCC-5F0D-0732-F721-D19B94795D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FBB919-7552-6983-4721-12B6AAC3C7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521C0C-6924-8665-085F-3B7C94846B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7C4965-F86B-5D95-26D7-D8D82EBD75EC}"/>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6" name="Footer Placeholder 5">
            <a:extLst>
              <a:ext uri="{FF2B5EF4-FFF2-40B4-BE49-F238E27FC236}">
                <a16:creationId xmlns:a16="http://schemas.microsoft.com/office/drawing/2014/main" id="{7C684FCD-E4F7-9B88-026C-BE75F9E0C8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5F6733-A1E1-70AE-D133-9CBC532ED986}"/>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468765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422C7-AF5D-6E93-52D3-A0CF12B64F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61AA69-6AE7-9623-1CC5-249218B1FF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606D96-009E-CA2D-3F17-925E391C96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A410F6-359C-BFD7-E7DC-81035B390E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21ACD3-F75C-BCA7-69BD-3E5ABDEEAE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D5DA44-4BE9-F9DE-D088-A812FF68F6B5}"/>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8" name="Footer Placeholder 7">
            <a:extLst>
              <a:ext uri="{FF2B5EF4-FFF2-40B4-BE49-F238E27FC236}">
                <a16:creationId xmlns:a16="http://schemas.microsoft.com/office/drawing/2014/main" id="{63A176D7-78D4-67D2-9AC0-A02EE21889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B50FB5-41A7-988C-9210-A1F030C6C105}"/>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2841417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B413C-338A-0ACB-F860-FE83B6D5C3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2C2A2E-18BE-4F84-2628-A791CB2598E8}"/>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4" name="Footer Placeholder 3">
            <a:extLst>
              <a:ext uri="{FF2B5EF4-FFF2-40B4-BE49-F238E27FC236}">
                <a16:creationId xmlns:a16="http://schemas.microsoft.com/office/drawing/2014/main" id="{7220C2B4-A938-FD05-0541-E7236C82CB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EBFB8B-C02F-102A-64AD-C9E5ED453FEF}"/>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3054937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9D84E3-7BA7-D2B1-DE77-3DA74132A275}"/>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3" name="Footer Placeholder 2">
            <a:extLst>
              <a:ext uri="{FF2B5EF4-FFF2-40B4-BE49-F238E27FC236}">
                <a16:creationId xmlns:a16="http://schemas.microsoft.com/office/drawing/2014/main" id="{F66178EE-FDE0-B0C9-BA37-5E708CC08C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47F749-27A3-21F7-2933-8C0EA7965D41}"/>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2506686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5A5FA-519B-2390-F6A0-DB400F0A6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183226-045B-10BD-593B-1F2C15B2DC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607C43-60F2-2BE2-3692-87908FC1E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7F039-B81E-23A9-75A4-014EA112462C}"/>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6" name="Footer Placeholder 5">
            <a:extLst>
              <a:ext uri="{FF2B5EF4-FFF2-40B4-BE49-F238E27FC236}">
                <a16:creationId xmlns:a16="http://schemas.microsoft.com/office/drawing/2014/main" id="{1F2507BD-9C4F-3650-D7A5-53AC7E4B8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7D5B38-704E-225F-CD53-2C3658B4545D}"/>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2050250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D294A-C8E0-BDC2-7B36-939DBCD78D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418FBA-4117-F237-57A8-A3A7F0517E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258251-3EA3-9E4B-E3F1-00A9B5AB9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767038-1C7E-77A4-C644-A6CA06FCF76C}"/>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6" name="Footer Placeholder 5">
            <a:extLst>
              <a:ext uri="{FF2B5EF4-FFF2-40B4-BE49-F238E27FC236}">
                <a16:creationId xmlns:a16="http://schemas.microsoft.com/office/drawing/2014/main" id="{CE12AF97-97CC-6AAC-1A30-6E28F98AF5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DFC76-0173-ABCB-B13F-7B65A6E37752}"/>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4177003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F837-5EA7-3935-E479-4B914BE2AE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2BC12D-FAF2-E209-18E8-D2BAECA752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83CEBD-C123-7843-8793-AEA6F2E7A8F8}"/>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5" name="Footer Placeholder 4">
            <a:extLst>
              <a:ext uri="{FF2B5EF4-FFF2-40B4-BE49-F238E27FC236}">
                <a16:creationId xmlns:a16="http://schemas.microsoft.com/office/drawing/2014/main" id="{59D2F683-5160-3C08-07F6-76E391B9F8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6745A6-58CA-B674-1D51-DC20402F266E}"/>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335778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1E427D-2B84-FDB6-3792-DA9263C17C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8E5A23-CB46-C8A8-0425-C1B0F5DA65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E4933-AF7E-ADFB-9310-935BE61DABDA}"/>
              </a:ext>
            </a:extLst>
          </p:cNvPr>
          <p:cNvSpPr>
            <a:spLocks noGrp="1"/>
          </p:cNvSpPr>
          <p:nvPr>
            <p:ph type="dt" sz="half" idx="10"/>
          </p:nvPr>
        </p:nvSpPr>
        <p:spPr/>
        <p:txBody>
          <a:bodyPr/>
          <a:lstStyle/>
          <a:p>
            <a:fld id="{6DAFC045-ABE7-4A3E-9C98-833E5E7D4638}" type="datetimeFigureOut">
              <a:rPr lang="en-US" smtClean="0"/>
              <a:t>6/21/2026</a:t>
            </a:fld>
            <a:endParaRPr lang="en-US"/>
          </a:p>
        </p:txBody>
      </p:sp>
      <p:sp>
        <p:nvSpPr>
          <p:cNvPr id="5" name="Footer Placeholder 4">
            <a:extLst>
              <a:ext uri="{FF2B5EF4-FFF2-40B4-BE49-F238E27FC236}">
                <a16:creationId xmlns:a16="http://schemas.microsoft.com/office/drawing/2014/main" id="{75371B14-6CB6-263A-61A1-8C069C217C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D675B2-F1A1-CE68-D33E-1A95E2DA7C09}"/>
              </a:ext>
            </a:extLst>
          </p:cNvPr>
          <p:cNvSpPr>
            <a:spLocks noGrp="1"/>
          </p:cNvSpPr>
          <p:nvPr>
            <p:ph type="sldNum" sz="quarter" idx="12"/>
          </p:nvPr>
        </p:nvSpPr>
        <p:spPr/>
        <p:txBody>
          <a:bodyPr/>
          <a:lstStyle/>
          <a:p>
            <a:fld id="{0CB589C6-CF28-47E8-9D44-52F1CCEF3458}" type="slidenum">
              <a:rPr lang="en-US" smtClean="0"/>
              <a:t>‹#›</a:t>
            </a:fld>
            <a:endParaRPr lang="en-US"/>
          </a:p>
        </p:txBody>
      </p:sp>
    </p:spTree>
    <p:extLst>
      <p:ext uri="{BB962C8B-B14F-4D97-AF65-F5344CB8AC3E}">
        <p14:creationId xmlns:p14="http://schemas.microsoft.com/office/powerpoint/2010/main" val="3677438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6DA49C-4ABF-7BA8-B756-4946071CBD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41FFFD-241A-672C-2903-E7B04B7BC0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DFBA4-EA6B-893F-48E3-E80676C9A6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AFC045-ABE7-4A3E-9C98-833E5E7D4638}" type="datetimeFigureOut">
              <a:rPr lang="en-US" smtClean="0"/>
              <a:t>6/21/2026</a:t>
            </a:fld>
            <a:endParaRPr lang="en-US"/>
          </a:p>
        </p:txBody>
      </p:sp>
      <p:sp>
        <p:nvSpPr>
          <p:cNvPr id="5" name="Footer Placeholder 4">
            <a:extLst>
              <a:ext uri="{FF2B5EF4-FFF2-40B4-BE49-F238E27FC236}">
                <a16:creationId xmlns:a16="http://schemas.microsoft.com/office/drawing/2014/main" id="{88302505-71F4-E205-DBA5-EBA3AAD032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3D1750-98A5-6090-18F2-FFF37F49AB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B589C6-CF28-47E8-9D44-52F1CCEF3458}" type="slidenum">
              <a:rPr lang="en-US" smtClean="0"/>
              <a:t>‹#›</a:t>
            </a:fld>
            <a:endParaRPr lang="en-US"/>
          </a:p>
        </p:txBody>
      </p:sp>
    </p:spTree>
    <p:extLst>
      <p:ext uri="{BB962C8B-B14F-4D97-AF65-F5344CB8AC3E}">
        <p14:creationId xmlns:p14="http://schemas.microsoft.com/office/powerpoint/2010/main" val="4043223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0i0__w3.00h1.00__core">
            <a:extLst>
              <a:ext uri="{FF2B5EF4-FFF2-40B4-BE49-F238E27FC236}">
                <a16:creationId xmlns:a16="http://schemas.microsoft.com/office/drawing/2014/main" id="{8507FA3C-335F-BF79-2AAB-48C357FE57B7}"/>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10073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semibold__sz18__b0i0__w3.00h1.00__core">
            <a:extLst>
              <a:ext uri="{FF2B5EF4-FFF2-40B4-BE49-F238E27FC236}">
                <a16:creationId xmlns:a16="http://schemas.microsoft.com/office/drawing/2014/main" id="{95885E30-E746-C12E-1937-9F5F74037556}"/>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a:latin typeface="Aptos SemiBold"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12457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calibri__sz18__b0i0__w3.00h1.00__core">
            <a:extLst>
              <a:ext uri="{FF2B5EF4-FFF2-40B4-BE49-F238E27FC236}">
                <a16:creationId xmlns:a16="http://schemas.microsoft.com/office/drawing/2014/main" id="{B835F055-1A0C-FBE3-3C89-DD0E6B4D905C}"/>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7500" lnSpcReduction="20000"/>
          </a:bodyPr>
          <a:lstStyle/>
          <a:p>
            <a:r>
              <a:rPr lang="en-US">
                <a:latin typeface="Calibri" panose="020F050202020403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89178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tahoma__sz18__b0i0__w3.00h1.00__core">
            <a:extLst>
              <a:ext uri="{FF2B5EF4-FFF2-40B4-BE49-F238E27FC236}">
                <a16:creationId xmlns:a16="http://schemas.microsoft.com/office/drawing/2014/main" id="{CE7F3C5B-E457-F9DC-FE3A-2B4362FEEC40}"/>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a:latin typeface="Tahoma" panose="020B060403050404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646546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rial__sz18__b0i0__w3.00h1.00__core">
            <a:extLst>
              <a:ext uri="{FF2B5EF4-FFF2-40B4-BE49-F238E27FC236}">
                <a16:creationId xmlns:a16="http://schemas.microsoft.com/office/drawing/2014/main" id="{B3E6943E-3DE6-01F0-F78D-171673ED47D8}"/>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a:latin typeface="Arial" panose="020B06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74932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1i0__w3.00h1.00__core">
            <a:extLst>
              <a:ext uri="{FF2B5EF4-FFF2-40B4-BE49-F238E27FC236}">
                <a16:creationId xmlns:a16="http://schemas.microsoft.com/office/drawing/2014/main" id="{74616D74-0D01-0A1D-69A4-01DDDA584C44}"/>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b="1">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3972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calibri__sz18__b1i0__w3.00h1.00__core">
            <a:extLst>
              <a:ext uri="{FF2B5EF4-FFF2-40B4-BE49-F238E27FC236}">
                <a16:creationId xmlns:a16="http://schemas.microsoft.com/office/drawing/2014/main" id="{4CB318A1-2497-5F3E-C741-4CD56F5925B1}"/>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b="1">
                <a:latin typeface="Calibri" panose="020F050202020403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547459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tahoma__sz18__b1i0__w3.00h1.00__core">
            <a:extLst>
              <a:ext uri="{FF2B5EF4-FFF2-40B4-BE49-F238E27FC236}">
                <a16:creationId xmlns:a16="http://schemas.microsoft.com/office/drawing/2014/main" id="{19C0F366-2FA7-1814-E960-5EAD054EA919}"/>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b="1">
                <a:latin typeface="Tahoma" panose="020B060403050404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561570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rial__sz18__b1i0__w3.00h1.00__core">
            <a:extLst>
              <a:ext uri="{FF2B5EF4-FFF2-40B4-BE49-F238E27FC236}">
                <a16:creationId xmlns:a16="http://schemas.microsoft.com/office/drawing/2014/main" id="{AC46B666-3C92-0A63-4723-9714264A8EBB}"/>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b="1">
                <a:latin typeface="Arial" panose="020B06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732004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0i0__ovr2x">
            <a:extLst>
              <a:ext uri="{FF2B5EF4-FFF2-40B4-BE49-F238E27FC236}">
                <a16:creationId xmlns:a16="http://schemas.microsoft.com/office/drawing/2014/main" id="{AC1A0A61-9CA4-5B62-5E91-E288367F3B74}"/>
              </a:ext>
            </a:extLst>
          </p:cNvPr>
          <p:cNvSpPr txBox="1"/>
          <p:nvPr/>
        </p:nvSpPr>
        <p:spPr>
          <a:xfrm>
            <a:off x="762000" y="2032000"/>
            <a:ext cx="2743200" cy="914400"/>
          </a:xfrm>
          <a:prstGeom prst="rect">
            <a:avLst/>
          </a:prstGeom>
          <a:noFill/>
        </p:spPr>
        <p:txBody>
          <a:bodyPr vert="horz" wrap="square" lIns="91440" tIns="45720" rIns="91440" bIns="45720" rtlCol="0" anchor="t">
            <a:normAutofit fontScale="85000" lnSpcReduction="10000"/>
          </a:bodyPr>
          <a:lstStyle/>
          <a:p>
            <a:r>
              <a:rPr lang="en-US">
                <a:latin typeface="Aptos" panose="020B0004020202020204" pitchFamily="34" charset="0"/>
              </a:rPr>
              <a:t>The quick brown fox jumps over the lazy dog. The quick brown fox jumps over the lazy dog.</a:t>
            </a:r>
          </a:p>
        </p:txBody>
      </p:sp>
    </p:spTree>
    <p:extLst>
      <p:ext uri="{BB962C8B-B14F-4D97-AF65-F5344CB8AC3E}">
        <p14:creationId xmlns:p14="http://schemas.microsoft.com/office/powerpoint/2010/main" val="48139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0i0__ovr3x">
            <a:extLst>
              <a:ext uri="{FF2B5EF4-FFF2-40B4-BE49-F238E27FC236}">
                <a16:creationId xmlns:a16="http://schemas.microsoft.com/office/drawing/2014/main" id="{D4351C63-0462-8CFB-DB74-E5BEBF3E4D7E}"/>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99319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0i0__ovr4x">
            <a:extLst>
              <a:ext uri="{FF2B5EF4-FFF2-40B4-BE49-F238E27FC236}">
                <a16:creationId xmlns:a16="http://schemas.microsoft.com/office/drawing/2014/main" id="{E5C3E4A4-18E1-A3ED-7091-3F81626929B9}"/>
              </a:ext>
            </a:extLst>
          </p:cNvPr>
          <p:cNvSpPr txBox="1"/>
          <p:nvPr/>
        </p:nvSpPr>
        <p:spPr>
          <a:xfrm>
            <a:off x="762000" y="2032000"/>
            <a:ext cx="2743200" cy="914400"/>
          </a:xfrm>
          <a:prstGeom prst="rect">
            <a:avLst/>
          </a:prstGeom>
          <a:noFill/>
        </p:spPr>
        <p:txBody>
          <a:bodyPr vert="horz" wrap="square" lIns="91440" tIns="45720" rIns="91440" bIns="45720" rtlCol="0" anchor="t">
            <a:normAutofit fontScale="62500" lnSpcReduction="20000"/>
          </a:bodyPr>
          <a:lstStyle/>
          <a:p>
            <a:r>
              <a:rPr lang="en-US">
                <a:latin typeface="Aptos" panose="020B0004020202020204" pitchFamily="34" charset="0"/>
              </a:rPr>
              <a:t>The quick brown fox jumps over the lazy dog.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947446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0i0__ovr6x">
            <a:extLst>
              <a:ext uri="{FF2B5EF4-FFF2-40B4-BE49-F238E27FC236}">
                <a16:creationId xmlns:a16="http://schemas.microsoft.com/office/drawing/2014/main" id="{807FBA0B-1638-EF9B-A934-3513359C5091}"/>
              </a:ext>
            </a:extLst>
          </p:cNvPr>
          <p:cNvSpPr txBox="1"/>
          <p:nvPr/>
        </p:nvSpPr>
        <p:spPr>
          <a:xfrm>
            <a:off x="762000" y="2032000"/>
            <a:ext cx="2743200" cy="914400"/>
          </a:xfrm>
          <a:prstGeom prst="rect">
            <a:avLst/>
          </a:prstGeom>
          <a:noFill/>
        </p:spPr>
        <p:txBody>
          <a:bodyPr vert="horz" wrap="square" lIns="91440" tIns="45720" rIns="91440" bIns="45720" rtlCol="0" anchor="t">
            <a:normAutofit fontScale="55000" lnSpcReduction="20000"/>
          </a:bodyPr>
          <a:lstStyle/>
          <a:p>
            <a:r>
              <a:rPr lang="en-US">
                <a:latin typeface="Aptos" panose="020B0004020202020204" pitchFamily="34" charset="0"/>
              </a:rPr>
              <a:t>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757258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0i0__ovr10x">
            <a:extLst>
              <a:ext uri="{FF2B5EF4-FFF2-40B4-BE49-F238E27FC236}">
                <a16:creationId xmlns:a16="http://schemas.microsoft.com/office/drawing/2014/main" id="{F630C910-5FDF-70C2-4808-781EB546BECE}"/>
              </a:ext>
            </a:extLst>
          </p:cNvPr>
          <p:cNvSpPr txBox="1"/>
          <p:nvPr/>
        </p:nvSpPr>
        <p:spPr>
          <a:xfrm>
            <a:off x="762000" y="2032000"/>
            <a:ext cx="2743200" cy="914400"/>
          </a:xfrm>
          <a:prstGeom prst="rect">
            <a:avLst/>
          </a:prstGeom>
          <a:noFill/>
        </p:spPr>
        <p:txBody>
          <a:bodyPr vert="horz" wrap="square" lIns="91440" tIns="45720" rIns="91440" bIns="45720" rtlCol="0" anchor="t">
            <a:normAutofit fontScale="40000" lnSpcReduction="20000"/>
          </a:bodyPr>
          <a:lstStyle/>
          <a:p>
            <a:r>
              <a:rPr lang="en-US">
                <a:latin typeface="Aptos" panose="020B0004020202020204" pitchFamily="34" charset="0"/>
              </a:rPr>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801031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1i0__ovr2x">
            <a:extLst>
              <a:ext uri="{FF2B5EF4-FFF2-40B4-BE49-F238E27FC236}">
                <a16:creationId xmlns:a16="http://schemas.microsoft.com/office/drawing/2014/main" id="{35E1ACB2-7DA5-B022-DD2C-2F0DA2C2837B}"/>
              </a:ext>
            </a:extLst>
          </p:cNvPr>
          <p:cNvSpPr txBox="1"/>
          <p:nvPr/>
        </p:nvSpPr>
        <p:spPr>
          <a:xfrm>
            <a:off x="762000" y="2032000"/>
            <a:ext cx="2743200" cy="914400"/>
          </a:xfrm>
          <a:prstGeom prst="rect">
            <a:avLst/>
          </a:prstGeom>
          <a:noFill/>
        </p:spPr>
        <p:txBody>
          <a:bodyPr vert="horz" wrap="square" lIns="91440" tIns="45720" rIns="91440" bIns="45720" rtlCol="0" anchor="t">
            <a:normAutofit fontScale="85000" lnSpcReduction="20000"/>
          </a:bodyPr>
          <a:lstStyle/>
          <a:p>
            <a:r>
              <a:rPr lang="en-US" b="1">
                <a:latin typeface="Aptos" panose="020B0004020202020204" pitchFamily="34" charset="0"/>
              </a:rPr>
              <a:t>The quick brown fox jumps over the lazy dog. The quick brown fox jumps over the lazy dog.</a:t>
            </a:r>
          </a:p>
        </p:txBody>
      </p:sp>
    </p:spTree>
    <p:extLst>
      <p:ext uri="{BB962C8B-B14F-4D97-AF65-F5344CB8AC3E}">
        <p14:creationId xmlns:p14="http://schemas.microsoft.com/office/powerpoint/2010/main" val="1433569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1i0__ovr4x">
            <a:extLst>
              <a:ext uri="{FF2B5EF4-FFF2-40B4-BE49-F238E27FC236}">
                <a16:creationId xmlns:a16="http://schemas.microsoft.com/office/drawing/2014/main" id="{BF5E0B6E-745A-C0B8-FB6A-77BC4A54AF99}"/>
              </a:ext>
            </a:extLst>
          </p:cNvPr>
          <p:cNvSpPr txBox="1"/>
          <p:nvPr/>
        </p:nvSpPr>
        <p:spPr>
          <a:xfrm>
            <a:off x="762000" y="2032000"/>
            <a:ext cx="2743200" cy="914400"/>
          </a:xfrm>
          <a:prstGeom prst="rect">
            <a:avLst/>
          </a:prstGeom>
          <a:noFill/>
        </p:spPr>
        <p:txBody>
          <a:bodyPr vert="horz" wrap="square" lIns="91440" tIns="45720" rIns="91440" bIns="45720" rtlCol="0" anchor="t">
            <a:normAutofit fontScale="62500" lnSpcReduction="20000"/>
          </a:bodyPr>
          <a:lstStyle/>
          <a:p>
            <a:r>
              <a:rPr lang="en-US" b="1">
                <a:latin typeface="Aptos" panose="020B0004020202020204" pitchFamily="34" charset="0"/>
              </a:rPr>
              <a:t>The quick brown fox jumps over the lazy dog.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777071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b1i0__ovr8x">
            <a:extLst>
              <a:ext uri="{FF2B5EF4-FFF2-40B4-BE49-F238E27FC236}">
                <a16:creationId xmlns:a16="http://schemas.microsoft.com/office/drawing/2014/main" id="{2A84777E-730D-8BFE-F8FF-027B1E77340F}"/>
              </a:ext>
            </a:extLst>
          </p:cNvPr>
          <p:cNvSpPr txBox="1"/>
          <p:nvPr/>
        </p:nvSpPr>
        <p:spPr>
          <a:xfrm>
            <a:off x="762000" y="2032000"/>
            <a:ext cx="2743200" cy="914400"/>
          </a:xfrm>
          <a:prstGeom prst="rect">
            <a:avLst/>
          </a:prstGeom>
          <a:noFill/>
        </p:spPr>
        <p:txBody>
          <a:bodyPr vert="horz" wrap="square" lIns="91440" tIns="45720" rIns="91440" bIns="45720" rtlCol="0" anchor="t">
            <a:normAutofit fontScale="40000" lnSpcReduction="20000"/>
          </a:bodyPr>
          <a:lstStyle/>
          <a:p>
            <a:r>
              <a:rPr lang="en-US" b="1">
                <a:latin typeface="Aptos" panose="020B0004020202020204" pitchFamily="34" charset="0"/>
              </a:rPr>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836428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lnspc_single">
            <a:extLst>
              <a:ext uri="{FF2B5EF4-FFF2-40B4-BE49-F238E27FC236}">
                <a16:creationId xmlns:a16="http://schemas.microsoft.com/office/drawing/2014/main" id="{4B409CB1-ACA2-05A4-B09E-85571ED2A5EC}"/>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9884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lnspc_150">
            <a:extLst>
              <a:ext uri="{FF2B5EF4-FFF2-40B4-BE49-F238E27FC236}">
                <a16:creationId xmlns:a16="http://schemas.microsoft.com/office/drawing/2014/main" id="{D7A7F32C-1CDE-802E-ED40-F610C1BBE687}"/>
              </a:ext>
            </a:extLst>
          </p:cNvPr>
          <p:cNvSpPr txBox="1"/>
          <p:nvPr/>
        </p:nvSpPr>
        <p:spPr>
          <a:xfrm>
            <a:off x="762000" y="2032000"/>
            <a:ext cx="2743200" cy="914400"/>
          </a:xfrm>
          <a:prstGeom prst="rect">
            <a:avLst/>
          </a:prstGeom>
          <a:noFill/>
        </p:spPr>
        <p:txBody>
          <a:bodyPr vert="horz" wrap="square" lIns="91440" tIns="45720" rIns="91440" bIns="45720" rtlCol="0" anchor="t">
            <a:normAutofit fontScale="55000" lnSpcReduction="20000"/>
          </a:bodyPr>
          <a:lstStyle/>
          <a:p>
            <a:pPr>
              <a:lnSpc>
                <a:spcPct val="150000"/>
              </a:lnSpc>
            </a:pPr>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377378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lnspc_exact18">
            <a:extLst>
              <a:ext uri="{FF2B5EF4-FFF2-40B4-BE49-F238E27FC236}">
                <a16:creationId xmlns:a16="http://schemas.microsoft.com/office/drawing/2014/main" id="{9E7F4560-C631-B150-EE3C-50BA1E0DB8B9}"/>
              </a:ext>
            </a:extLst>
          </p:cNvPr>
          <p:cNvSpPr txBox="1"/>
          <p:nvPr/>
        </p:nvSpPr>
        <p:spPr>
          <a:xfrm>
            <a:off x="762000" y="2032000"/>
            <a:ext cx="2743200" cy="914400"/>
          </a:xfrm>
          <a:prstGeom prst="rect">
            <a:avLst/>
          </a:prstGeom>
          <a:noFill/>
        </p:spPr>
        <p:txBody>
          <a:bodyPr vert="horz" wrap="square" lIns="91440" tIns="45720" rIns="91440" bIns="45720" rtlCol="0" anchor="t">
            <a:normAutofit fontScale="55000" lnSpcReduction="20000"/>
          </a:bodyPr>
          <a:lstStyle/>
          <a:p>
            <a:pPr>
              <a:lnSpc>
                <a:spcPts val="1800"/>
              </a:lnSpc>
            </a:pPr>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92943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spba10_2para">
            <a:extLst>
              <a:ext uri="{FF2B5EF4-FFF2-40B4-BE49-F238E27FC236}">
                <a16:creationId xmlns:a16="http://schemas.microsoft.com/office/drawing/2014/main" id="{C758AF77-E1FE-7742-D8FA-5D66E19D96AD}"/>
              </a:ext>
            </a:extLst>
          </p:cNvPr>
          <p:cNvSpPr txBox="1"/>
          <p:nvPr/>
        </p:nvSpPr>
        <p:spPr>
          <a:xfrm>
            <a:off x="762000" y="2032000"/>
            <a:ext cx="2743200" cy="914400"/>
          </a:xfrm>
          <a:prstGeom prst="rect">
            <a:avLst/>
          </a:prstGeom>
          <a:noFill/>
        </p:spPr>
        <p:txBody>
          <a:bodyPr vert="horz" wrap="square" lIns="91440" tIns="45720" rIns="91440" bIns="45720" rtlCol="0" anchor="t">
            <a:normAutofit fontScale="55000" lnSpcReduction="20000"/>
          </a:bodyPr>
          <a:lstStyle/>
          <a:p>
            <a:pPr>
              <a:spcBef>
                <a:spcPts val="1000"/>
              </a:spcBef>
              <a:spcAft>
                <a:spcPts val="1000"/>
              </a:spcAft>
            </a:pPr>
            <a:r>
              <a:rPr lang="en-US">
                <a:latin typeface="Aptos" panose="020B0004020202020204" pitchFamily="34" charset="0"/>
              </a:rPr>
              <a:t>The quick brown fox jumps over the lazy dog. The quick brown fox jumps over the lazy dog.</a:t>
            </a:r>
          </a:p>
          <a:p>
            <a:pPr>
              <a:spcBef>
                <a:spcPts val="1000"/>
              </a:spcBef>
              <a:spcAft>
                <a:spcPts val="1000"/>
              </a:spcAft>
            </a:pPr>
            <a:r>
              <a:rPr lang="en-US">
                <a:latin typeface="Aptos" panose="020B0004020202020204" pitchFamily="34" charset="0"/>
              </a:rPr>
              <a:t>The quick brown fox jumps over the lazy dog. The quick brown fox jumps over the lazy dog.</a:t>
            </a:r>
          </a:p>
        </p:txBody>
      </p:sp>
    </p:spTree>
    <p:extLst>
      <p:ext uri="{BB962C8B-B14F-4D97-AF65-F5344CB8AC3E}">
        <p14:creationId xmlns:p14="http://schemas.microsoft.com/office/powerpoint/2010/main" val="125870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multirun">
            <a:extLst>
              <a:ext uri="{FF2B5EF4-FFF2-40B4-BE49-F238E27FC236}">
                <a16:creationId xmlns:a16="http://schemas.microsoft.com/office/drawing/2014/main" id="{63D25DAC-5815-9D32-48F6-934BD192A2F3}"/>
              </a:ext>
            </a:extLst>
          </p:cNvPr>
          <p:cNvSpPr txBox="1"/>
          <p:nvPr/>
        </p:nvSpPr>
        <p:spPr>
          <a:xfrm>
            <a:off x="762000" y="2032000"/>
            <a:ext cx="2743200" cy="914400"/>
          </a:xfrm>
          <a:prstGeom prst="rect">
            <a:avLst/>
          </a:prstGeom>
          <a:noFill/>
        </p:spPr>
        <p:txBody>
          <a:bodyPr vert="horz" wrap="square" lIns="91440" tIns="45720" rIns="91440" bIns="45720" rtlCol="0" anchor="t">
            <a:normAutofit fontScale="55000" lnSpcReduction="20000"/>
          </a:bodyPr>
          <a:lstStyle/>
          <a:p>
            <a:r>
              <a:rPr lang="en-US" sz="2800" b="1">
                <a:latin typeface="Aptos" panose="020B0004020202020204" pitchFamily="34" charset="0"/>
              </a:rPr>
              <a:t>Big bold start </a:t>
            </a:r>
            <a:r>
              <a:rPr lang="en-US">
                <a:latin typeface="Aptos" panose="020B0004020202020204" pitchFamily="34" charset="0"/>
              </a:rPr>
              <a:t>then normal eighteen point text that continues </a:t>
            </a:r>
            <a:r>
              <a:rPr lang="en-US" sz="1200">
                <a:latin typeface="Aptos" panose="020B0004020202020204" pitchFamily="34" charset="0"/>
              </a:rPr>
              <a:t>and small twelve tail that keeps going to overflow the box for sure. </a:t>
            </a:r>
            <a:r>
              <a:rPr lang="en-US">
                <a:latin typeface="Aptos" panose="020B0004020202020204" pitchFamily="34" charset="0"/>
              </a:rPr>
              <a:t>The quick brown fox jumps over the lazy dog. The quick brown fox jumps over the lazy dog.</a:t>
            </a:r>
          </a:p>
        </p:txBody>
      </p:sp>
    </p:spTree>
    <p:extLst>
      <p:ext uri="{BB962C8B-B14F-4D97-AF65-F5344CB8AC3E}">
        <p14:creationId xmlns:p14="http://schemas.microsoft.com/office/powerpoint/2010/main" val="2598848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insets">
            <a:extLst>
              <a:ext uri="{FF2B5EF4-FFF2-40B4-BE49-F238E27FC236}">
                <a16:creationId xmlns:a16="http://schemas.microsoft.com/office/drawing/2014/main" id="{06A2226C-3660-763D-DAC2-F2F96DB545E2}"/>
              </a:ext>
            </a:extLst>
          </p:cNvPr>
          <p:cNvSpPr txBox="1"/>
          <p:nvPr/>
        </p:nvSpPr>
        <p:spPr>
          <a:xfrm>
            <a:off x="762000" y="2032000"/>
            <a:ext cx="2743200" cy="914400"/>
          </a:xfrm>
          <a:prstGeom prst="rect">
            <a:avLst/>
          </a:prstGeom>
          <a:noFill/>
        </p:spPr>
        <p:txBody>
          <a:bodyPr vert="horz" wrap="square" lIns="254000" tIns="190500" rIns="63500" bIns="25400" rtlCol="0" anchor="t">
            <a:normAutofit fontScale="70000" lnSpcReduction="20000"/>
          </a:bodyPr>
          <a:lstStyle/>
          <a:p>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546607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charspc2">
            <a:extLst>
              <a:ext uri="{FF2B5EF4-FFF2-40B4-BE49-F238E27FC236}">
                <a16:creationId xmlns:a16="http://schemas.microsoft.com/office/drawing/2014/main" id="{BBF711E8-4182-39DF-28CA-BB1131078D05}"/>
              </a:ext>
            </a:extLst>
          </p:cNvPr>
          <p:cNvSpPr txBox="1"/>
          <p:nvPr/>
        </p:nvSpPr>
        <p:spPr>
          <a:xfrm>
            <a:off x="762000" y="2032000"/>
            <a:ext cx="2743200" cy="914400"/>
          </a:xfrm>
          <a:prstGeom prst="rect">
            <a:avLst/>
          </a:prstGeom>
          <a:noFill/>
        </p:spPr>
        <p:txBody>
          <a:bodyPr vert="horz" wrap="square" lIns="91440" tIns="45720" rIns="91440" bIns="45720" rtlCol="0" anchor="t">
            <a:normAutofit fontScale="62500" lnSpcReduction="20000"/>
          </a:bodyPr>
          <a:lstStyle/>
          <a:p>
            <a:r>
              <a:rPr lang="en-US" spc="200">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638432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anchor_t">
            <a:extLst>
              <a:ext uri="{FF2B5EF4-FFF2-40B4-BE49-F238E27FC236}">
                <a16:creationId xmlns:a16="http://schemas.microsoft.com/office/drawing/2014/main" id="{2487AE4D-51B9-6E38-4F4C-9CB711D9797A}"/>
              </a:ext>
            </a:extLst>
          </p:cNvPr>
          <p:cNvSpPr txBox="1"/>
          <p:nvPr/>
        </p:nvSpPr>
        <p:spPr>
          <a:xfrm>
            <a:off x="762000" y="2032000"/>
            <a:ext cx="2743200" cy="914400"/>
          </a:xfrm>
          <a:prstGeom prst="rect">
            <a:avLst/>
          </a:prstGeom>
          <a:noFill/>
        </p:spPr>
        <p:txBody>
          <a:bodyPr vert="horz" wrap="square" lIns="91440" tIns="45720" rIns="91440" bIns="45720" rtlCol="0" anchor="t">
            <a:normAutofit fontScale="70000" lnSpcReduction="20000"/>
          </a:bodyPr>
          <a:lstStyle/>
          <a:p>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70683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anchor_ctr">
            <a:extLst>
              <a:ext uri="{FF2B5EF4-FFF2-40B4-BE49-F238E27FC236}">
                <a16:creationId xmlns:a16="http://schemas.microsoft.com/office/drawing/2014/main" id="{A5DE485B-A3AA-C38C-F41F-32FB29D84580}"/>
              </a:ext>
            </a:extLst>
          </p:cNvPr>
          <p:cNvSpPr txBox="1"/>
          <p:nvPr/>
        </p:nvSpPr>
        <p:spPr>
          <a:xfrm>
            <a:off x="762000" y="2032000"/>
            <a:ext cx="2743200" cy="914400"/>
          </a:xfrm>
          <a:prstGeom prst="rect">
            <a:avLst/>
          </a:prstGeom>
          <a:noFill/>
        </p:spPr>
        <p:txBody>
          <a:bodyPr vert="horz" wrap="square" lIns="91440" tIns="45720" rIns="91440" bIns="45720" rtlCol="0" anchor="ctr">
            <a:normAutofit fontScale="70000" lnSpcReduction="20000"/>
          </a:bodyPr>
          <a:lstStyle/>
          <a:p>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242248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anchor_b">
            <a:extLst>
              <a:ext uri="{FF2B5EF4-FFF2-40B4-BE49-F238E27FC236}">
                <a16:creationId xmlns:a16="http://schemas.microsoft.com/office/drawing/2014/main" id="{C3EBCAD0-2010-760F-873B-7EE37E186941}"/>
              </a:ext>
            </a:extLst>
          </p:cNvPr>
          <p:cNvSpPr txBox="1"/>
          <p:nvPr/>
        </p:nvSpPr>
        <p:spPr>
          <a:xfrm>
            <a:off x="762000" y="2032000"/>
            <a:ext cx="2743200" cy="914400"/>
          </a:xfrm>
          <a:prstGeom prst="rect">
            <a:avLst/>
          </a:prstGeom>
          <a:noFill/>
        </p:spPr>
        <p:txBody>
          <a:bodyPr vert="horz" wrap="square" lIns="91440" tIns="45720" rIns="91440" bIns="45720" rtlCol="0" anchor="b">
            <a:normAutofit fontScale="70000" lnSpcReduction="20000"/>
          </a:bodyPr>
          <a:lstStyle/>
          <a:p>
            <a:r>
              <a:rPr lang="en-US">
                <a:latin typeface="Aptos" panose="020B0004020202020204" pitchFamily="34" charset="0"/>
              </a:rPr>
              <a:t>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765794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widthdriven">
            <a:extLst>
              <a:ext uri="{FF2B5EF4-FFF2-40B4-BE49-F238E27FC236}">
                <a16:creationId xmlns:a16="http://schemas.microsoft.com/office/drawing/2014/main" id="{98896957-B16C-31AE-53E0-6612816DEAC0}"/>
              </a:ext>
            </a:extLst>
          </p:cNvPr>
          <p:cNvSpPr txBox="1"/>
          <p:nvPr/>
        </p:nvSpPr>
        <p:spPr>
          <a:xfrm>
            <a:off x="762000" y="2032000"/>
            <a:ext cx="2743200" cy="457200"/>
          </a:xfrm>
          <a:prstGeom prst="rect">
            <a:avLst/>
          </a:prstGeom>
          <a:noFill/>
        </p:spPr>
        <p:txBody>
          <a:bodyPr vert="horz" wrap="square" lIns="91440" tIns="45720" rIns="91440" bIns="45720" rtlCol="0" anchor="t">
            <a:normAutofit fontScale="77500" lnSpcReduction="20000"/>
          </a:bodyPr>
          <a:lstStyle/>
          <a:p>
            <a:r>
              <a:rPr lang="en-US">
                <a:latin typeface="Aptos" panose="020B0004020202020204" pitchFamily="34" charset="0"/>
              </a:rPr>
              <a:t>The quick brown fox jumps over the lazy dog.</a:t>
            </a:r>
          </a:p>
        </p:txBody>
      </p:sp>
    </p:spTree>
    <p:extLst>
      <p:ext uri="{BB962C8B-B14F-4D97-AF65-F5344CB8AC3E}">
        <p14:creationId xmlns:p14="http://schemas.microsoft.com/office/powerpoint/2010/main" val="2583621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rink__aptos__sz18__heightdriven">
            <a:extLst>
              <a:ext uri="{FF2B5EF4-FFF2-40B4-BE49-F238E27FC236}">
                <a16:creationId xmlns:a16="http://schemas.microsoft.com/office/drawing/2014/main" id="{38EA53AE-E259-FCDC-ECB8-B9DB5C5C682C}"/>
              </a:ext>
            </a:extLst>
          </p:cNvPr>
          <p:cNvSpPr txBox="1"/>
          <p:nvPr/>
        </p:nvSpPr>
        <p:spPr>
          <a:xfrm>
            <a:off x="762000" y="2032000"/>
            <a:ext cx="2743200" cy="914400"/>
          </a:xfrm>
          <a:prstGeom prst="rect">
            <a:avLst/>
          </a:prstGeom>
          <a:noFill/>
        </p:spPr>
        <p:txBody>
          <a:bodyPr vert="horz" wrap="square" lIns="91440" tIns="45720" rIns="91440" bIns="45720" rtlCol="0" anchor="t">
            <a:normAutofit/>
          </a:bodyPr>
          <a:lstStyle/>
          <a:p>
            <a:r>
              <a:rPr lang="en-US">
                <a:latin typeface="Aptos" panose="020B0004020202020204" pitchFamily="34" charset="0"/>
              </a:rPr>
              <a:t>The quick brown fox jumps over the lazy dog.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828833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1034</Words>
  <Application>Microsoft Office PowerPoint</Application>
  <PresentationFormat>Custom</PresentationFormat>
  <Paragraphs>30</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Aptos Display</vt:lpstr>
      <vt:lpstr>Aptos SemiBold</vt: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HERNÁNDEZ BERNAL Santiago</dc:creator>
  <cp:lastModifiedBy>HERNÁNDEZ BERNAL Santiago</cp:lastModifiedBy>
  <cp:revision>1</cp:revision>
  <dcterms:created xsi:type="dcterms:W3CDTF">2026-06-21T14:09:24Z</dcterms:created>
  <dcterms:modified xsi:type="dcterms:W3CDTF">2026-06-21T14:09:32Z</dcterms:modified>
</cp:coreProperties>
</file>