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7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9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72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4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3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2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8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0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06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08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7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1079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94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36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56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27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05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C613F39-48FB-4195-B9A2-1E376876587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5D5DD-E3F4-4B0C-AF76-CDDE531B6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15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-adj">
            <a:extLst>
              <a:ext uri="{FF2B5EF4-FFF2-40B4-BE49-F238E27FC236}">
                <a16:creationId xmlns:a16="http://schemas.microsoft.com/office/drawing/2014/main" id="{8D8DB814-9308-1D71-8912-8EA68D42FFA1}"/>
              </a:ext>
            </a:extLst>
          </p:cNvPr>
          <p:cNvSpPr/>
          <p:nvPr/>
        </p:nvSpPr>
        <p:spPr>
          <a:xfrm>
            <a:off x="698500" y="889000"/>
            <a:ext cx="2286000" cy="1143000"/>
          </a:xfrm>
          <a:prstGeom prst="roundRect">
            <a:avLst>
              <a:gd name="adj" fmla="val 12000"/>
            </a:avLst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abel-roundRect-adj">
            <a:extLst>
              <a:ext uri="{FF2B5EF4-FFF2-40B4-BE49-F238E27FC236}">
                <a16:creationId xmlns:a16="http://schemas.microsoft.com/office/drawing/2014/main" id="{3204AD29-0AC7-1302-ED16-61B7FFC1567B}"/>
              </a:ext>
            </a:extLst>
          </p:cNvPr>
          <p:cNvSpPr txBox="1"/>
          <p:nvPr/>
        </p:nvSpPr>
        <p:spPr>
          <a:xfrm>
            <a:off x="698500" y="2133600"/>
            <a:ext cx="228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roundRect-adj</a:t>
            </a:r>
          </a:p>
        </p:txBody>
      </p:sp>
      <p:sp>
        <p:nvSpPr>
          <p:cNvPr id="4" name="chevron-adj">
            <a:extLst>
              <a:ext uri="{FF2B5EF4-FFF2-40B4-BE49-F238E27FC236}">
                <a16:creationId xmlns:a16="http://schemas.microsoft.com/office/drawing/2014/main" id="{4F689A4C-B16B-A55D-1B66-D286136BDB45}"/>
              </a:ext>
            </a:extLst>
          </p:cNvPr>
          <p:cNvSpPr/>
          <p:nvPr/>
        </p:nvSpPr>
        <p:spPr>
          <a:xfrm>
            <a:off x="3619500" y="889000"/>
            <a:ext cx="2286000" cy="1143000"/>
          </a:xfrm>
          <a:prstGeom prst="chevron">
            <a:avLst>
              <a:gd name="adj" fmla="val 35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label-chevron-adj">
            <a:extLst>
              <a:ext uri="{FF2B5EF4-FFF2-40B4-BE49-F238E27FC236}">
                <a16:creationId xmlns:a16="http://schemas.microsoft.com/office/drawing/2014/main" id="{FD906732-3889-C7EA-D465-C6D3CA890185}"/>
              </a:ext>
            </a:extLst>
          </p:cNvPr>
          <p:cNvSpPr txBox="1"/>
          <p:nvPr/>
        </p:nvSpPr>
        <p:spPr>
          <a:xfrm>
            <a:off x="3619500" y="2133600"/>
            <a:ext cx="228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chevron-adj</a:t>
            </a:r>
          </a:p>
        </p:txBody>
      </p:sp>
      <p:sp>
        <p:nvSpPr>
          <p:cNvPr id="6" name="blockArc-adj1-adj2-adj3">
            <a:extLst>
              <a:ext uri="{FF2B5EF4-FFF2-40B4-BE49-F238E27FC236}">
                <a16:creationId xmlns:a16="http://schemas.microsoft.com/office/drawing/2014/main" id="{FDA3A6E7-2E30-E491-6DD5-5AB437C71D1E}"/>
              </a:ext>
            </a:extLst>
          </p:cNvPr>
          <p:cNvSpPr/>
          <p:nvPr/>
        </p:nvSpPr>
        <p:spPr>
          <a:xfrm>
            <a:off x="6540500" y="889000"/>
            <a:ext cx="2286000" cy="1524000"/>
          </a:xfrm>
          <a:prstGeom prst="blockArc">
            <a:avLst>
              <a:gd name="adj1" fmla="val 15000"/>
              <a:gd name="adj2" fmla="val 7200000"/>
              <a:gd name="adj3" fmla="val 3000000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label-blockArc-adj1-adj2-adj3">
            <a:extLst>
              <a:ext uri="{FF2B5EF4-FFF2-40B4-BE49-F238E27FC236}">
                <a16:creationId xmlns:a16="http://schemas.microsoft.com/office/drawing/2014/main" id="{2BD8305C-4796-0DE3-9336-79D34650AB5C}"/>
              </a:ext>
            </a:extLst>
          </p:cNvPr>
          <p:cNvSpPr txBox="1"/>
          <p:nvPr/>
        </p:nvSpPr>
        <p:spPr>
          <a:xfrm>
            <a:off x="6540500" y="2514600"/>
            <a:ext cx="254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blockArc-adj1-adj2-adj3</a:t>
            </a:r>
          </a:p>
        </p:txBody>
      </p:sp>
      <p:sp>
        <p:nvSpPr>
          <p:cNvPr id="8" name="rect-no-adjust">
            <a:extLst>
              <a:ext uri="{FF2B5EF4-FFF2-40B4-BE49-F238E27FC236}">
                <a16:creationId xmlns:a16="http://schemas.microsoft.com/office/drawing/2014/main" id="{E1CD1C1B-9036-40FD-889F-2B6059A49FEF}"/>
              </a:ext>
            </a:extLst>
          </p:cNvPr>
          <p:cNvSpPr/>
          <p:nvPr/>
        </p:nvSpPr>
        <p:spPr>
          <a:xfrm>
            <a:off x="698500" y="3492500"/>
            <a:ext cx="2286000" cy="1143000"/>
          </a:xfrm>
          <a:prstGeom prst="rect">
            <a:avLst/>
          </a:prstGeom>
          <a:solidFill>
            <a:srgbClr val="E6E6E6"/>
          </a:solidFill>
          <a:ln w="9525">
            <a:solidFill>
              <a:srgbClr val="50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abel-rect-no-adjust">
            <a:extLst>
              <a:ext uri="{FF2B5EF4-FFF2-40B4-BE49-F238E27FC236}">
                <a16:creationId xmlns:a16="http://schemas.microsoft.com/office/drawing/2014/main" id="{21F1F111-4B4A-7009-AA89-F86D8DE89390}"/>
              </a:ext>
            </a:extLst>
          </p:cNvPr>
          <p:cNvSpPr txBox="1"/>
          <p:nvPr/>
        </p:nvSpPr>
        <p:spPr>
          <a:xfrm>
            <a:off x="698500" y="4737100"/>
            <a:ext cx="228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rect-no-adjust</a:t>
            </a:r>
          </a:p>
        </p:txBody>
      </p:sp>
    </p:spTree>
    <p:extLst>
      <p:ext uri="{BB962C8B-B14F-4D97-AF65-F5344CB8AC3E}">
        <p14:creationId xmlns:p14="http://schemas.microsoft.com/office/powerpoint/2010/main" val="28157265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4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2026-06-18T15:47:35Z</dcterms:created>
  <dcterms:modified xsi:type="dcterms:W3CDTF">2026-06-18T15:47:36Z</dcterms:modified>
</cp:coreProperties>
</file>