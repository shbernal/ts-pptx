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6C00-9BE1-A0FD-067C-9B91408F1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84D2E-D285-7A11-18E2-6CC1595D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98C93-E56B-5A1F-87DA-35565A210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4A5C0-2599-442C-086C-9DFF507A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8786D-D17A-E6A6-109D-6900DDA4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34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9B2A-44C0-5E41-3130-A96C7372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5E4D9-EF12-D6BD-CA5D-6B286875A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B9AAD-17B3-5DCE-A987-7724ED91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9CCF5-0CA1-778D-73A5-D7EE07229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52DB0-0AC3-7719-BCED-68CB91A0E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1BFD-4398-C9CB-D403-C56A3AE2B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7539C-ADA8-80D8-6FA6-72C5B2E6B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9E9F5-E141-6FDB-467D-3FEBB824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9B938-860A-FDAA-4716-B6564D91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6F724-C498-E726-A5DD-CF9B8FE8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6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F908-4EC9-C9EB-492A-4E8DF72B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E0854-A54F-D8F3-0C47-8A529EA50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DBEF2-4030-F720-51C3-D5CEF60DE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5FA22-23EC-39E8-F365-9FDFF2139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909A2-DB87-9045-F833-B2B203E36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9F0D4-C812-9446-5A33-8E9B36DE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7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9F0C-1DC7-C88A-EDC9-F48E6797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CA21-E8BC-298C-207D-80C449B2C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CCCED-EBE1-9419-9B31-5AA9E36CD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3B5895-4AF5-9E2C-02B6-0C0BFE8020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B0B79-302B-B003-1DF7-BCF2B52A9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92FBBE-BCAA-C77F-4E5E-4BB7FE79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DB3E7-05B8-5AFD-BC6B-919CABCB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03C17-E605-B87F-1D49-B5D9A86A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7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1464B-9FD4-5BBD-9483-CC4950DEB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40B56-12F3-3F6A-A377-A68C6CE0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6E8DA-4CB8-E0E0-AC6E-C534D9EA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6E7CE-78DF-14D3-33BA-2EF33DF0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0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B7CCA-133E-8990-10DD-36549313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8C378-A050-D570-D7C4-537800B59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AA30A-66FF-8824-EC9B-12ADBC7D6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7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F79B6-71F7-F8CB-0713-E60CE3720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42C69-CFBB-ACCF-8637-36708FB2C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55968-E523-3D42-ABCA-974BF77C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5E2FC-A2B8-9ED3-D4C8-7FE1D92C0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7CFCC4-E48C-EB9B-09E0-514C998A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DD665-F892-F3F1-908D-BCDDA9636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55CE-3C36-6BEC-20E7-B8A30AB3E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E876F2-B45B-0EFB-F218-6EE94C246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F81D1-5009-ACB7-D17C-30CD54DB4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F661C-4830-7733-0772-28B8F2B4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86ACF-63E7-487A-6D39-555D85B6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4F62C-ACBE-4F33-0A02-F1C40B72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5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1B24-EEBA-DA11-3F62-37263A38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33E41-03D0-B91E-A200-462860D0D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84799-C31E-1898-2977-98D205CA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DE69-D48D-02A2-958B-4CC2A0F7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F1A18-369F-04E1-F334-3CF03881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9D4D4-4222-BFDC-AE8F-3523E3D8CB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A753A-F109-B379-BDC7-24DDB1B60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E0223-979D-D58A-5213-B2A95190A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09223-07C2-3D3A-3633-F3782087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A78B2-CD38-645D-3D97-EC147D234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6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F21489-AA9E-EEFF-A362-A60155434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7B983-4B48-9F30-4C8D-C7E981CB6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EC182-5B08-3C00-EB24-2A7F5211C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0A929-4A2C-4371-8B94-7190558B2B53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A23A4-96D5-64F1-F0D6-8E7034F91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9519D-0C14-152D-E719-FBA3B23A3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5A041-B7F4-4A5C-95E2-423B9A232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8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Only">
            <a:extLst>
              <a:ext uri="{FF2B5EF4-FFF2-40B4-BE49-F238E27FC236}">
                <a16:creationId xmlns:a16="http://schemas.microsoft.com/office/drawing/2014/main" id="{726F67CC-96A1-DB24-034F-DCA213B2CE9F}"/>
              </a:ext>
            </a:extLst>
          </p:cNvPr>
          <p:cNvSpPr/>
          <p:nvPr/>
        </p:nvSpPr>
        <p:spPr>
          <a:xfrm>
            <a:off x="762000" y="762000"/>
            <a:ext cx="4572000" cy="2286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StyleOnly</a:t>
            </a:r>
          </a:p>
        </p:txBody>
      </p:sp>
      <p:sp>
        <p:nvSpPr>
          <p:cNvPr id="3" name="WeightOnly">
            <a:extLst>
              <a:ext uri="{FF2B5EF4-FFF2-40B4-BE49-F238E27FC236}">
                <a16:creationId xmlns:a16="http://schemas.microsoft.com/office/drawing/2014/main" id="{BD8E8DA5-AA2C-B578-9132-58C0B69A9A60}"/>
              </a:ext>
            </a:extLst>
          </p:cNvPr>
          <p:cNvSpPr/>
          <p:nvPr/>
        </p:nvSpPr>
        <p:spPr>
          <a:xfrm>
            <a:off x="6350000" y="762000"/>
            <a:ext cx="4572000" cy="2286000"/>
          </a:xfrm>
          <a:prstGeom prst="rect">
            <a:avLst/>
          </a:prstGeom>
          <a:ln w="762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WeightOnly</a:t>
            </a:r>
          </a:p>
        </p:txBody>
      </p:sp>
      <p:sp>
        <p:nvSpPr>
          <p:cNvPr id="4" name="DashOnly">
            <a:extLst>
              <a:ext uri="{FF2B5EF4-FFF2-40B4-BE49-F238E27FC236}">
                <a16:creationId xmlns:a16="http://schemas.microsoft.com/office/drawing/2014/main" id="{AE3D4726-AEFE-955D-B1EF-417561B76A28}"/>
              </a:ext>
            </a:extLst>
          </p:cNvPr>
          <p:cNvSpPr/>
          <p:nvPr/>
        </p:nvSpPr>
        <p:spPr>
          <a:xfrm>
            <a:off x="762000" y="3810000"/>
            <a:ext cx="4572000" cy="2286000"/>
          </a:xfrm>
          <a:prstGeom prst="rect">
            <a:avLst/>
          </a:prstGeom>
          <a:ln>
            <a:prstDash val="dash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DashOnly</a:t>
            </a:r>
          </a:p>
        </p:txBody>
      </p:sp>
      <p:sp>
        <p:nvSpPr>
          <p:cNvPr id="5" name="ColorOnly">
            <a:extLst>
              <a:ext uri="{FF2B5EF4-FFF2-40B4-BE49-F238E27FC236}">
                <a16:creationId xmlns:a16="http://schemas.microsoft.com/office/drawing/2014/main" id="{37EC104F-9F4A-5C7E-DE3C-3A9A11A3DDAE}"/>
              </a:ext>
            </a:extLst>
          </p:cNvPr>
          <p:cNvSpPr/>
          <p:nvPr/>
        </p:nvSpPr>
        <p:spPr>
          <a:xfrm>
            <a:off x="6350000" y="3810000"/>
            <a:ext cx="4572000" cy="22860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ColorOnly</a:t>
            </a:r>
          </a:p>
        </p:txBody>
      </p:sp>
    </p:spTree>
    <p:extLst>
      <p:ext uri="{BB962C8B-B14F-4D97-AF65-F5344CB8AC3E}">
        <p14:creationId xmlns:p14="http://schemas.microsoft.com/office/powerpoint/2010/main" val="2793620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2026-09-14T13:11:34Z</dcterms:created>
  <dcterms:modified xsi:type="dcterms:W3CDTF">2026-09-14T13:11:34Z</dcterms:modified>
</cp:coreProperties>
</file>