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69013-DA9C-4433-BCE7-2A8320640D9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B98A6-D901-4D43-9880-08403B9F6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 so PowerPoint emits the notes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B98A6-D901-4D43-9880-08403B9F6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6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2E4B-A1DD-4892-504D-141DD5AA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A155-4CF1-EE13-CE2E-E93A37446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2B5F-3357-488D-B096-ED62B12D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68D4F-2EDF-4628-2854-38162883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C425D-B5A8-E33F-48D9-5D40D995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5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A83C-4825-23DD-5474-82194BFC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BF6F-70DB-4913-046A-D3EC5FFF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22DD-E909-D29C-2C05-5ED80B0A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953C2-0644-1B3D-8BE3-465EF9C6F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27DA4-54C8-361D-13BC-9132B0BC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9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0078-BB76-0219-2BA8-B9835B2F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FF770-B2BB-6F8D-115A-1DA3FF7FE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85F80-071A-ABDE-7F7C-F786076D6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4E41B-709B-A489-0626-4FD3B6F8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FDD4-399C-9E5B-8C41-49DCCF91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1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5CB2-913B-6A6E-1CEB-7E8757F8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BBC44-E3EA-17D2-7FB8-66803971D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42544-4F06-64B8-349D-B90D78CDE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0475C-C571-4A73-2491-5D63A967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C9344-E39E-1149-84D6-FBFE7999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37EFF-2ECC-8E12-338A-E4A19BDF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0466-83E0-6EB8-BFF5-8D8E1B33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7C8B5-3765-B3C9-5EC4-647DB25E3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5A22F-893A-C45D-96BF-E99BD19FE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CD77C-7A40-041A-7AA5-FDD14ECA0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ED032-8C92-017F-5B44-D57935A9F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378C4-9E6C-52B7-85F0-B322B8EB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7A28B-462A-B81A-5A48-BA77BF05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7D32E-1863-3E0D-288D-087E83BC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2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7B9F-3B3D-F888-105C-C584A12B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C0A8F-2262-D20C-A60A-F6CD7EA7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10F68-617E-D946-85C4-F40ED9AE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265DD-7206-B8B1-6174-ACE09FDD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66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1DAFF-12C2-3349-37FC-649AFE12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7ED48-EB7D-63A5-59AE-0F5D8AA9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C547D-EC19-9E4D-5B67-98028526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0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D561-75F8-6E9D-7395-9E13F790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55BE-89A2-B2A1-D96E-4316FD519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75A0F-0BC9-2DD9-666D-990C9CEF2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7D5E2-F647-F643-0E3E-EB5B0764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FA9E6-3237-B29C-0176-9BB597D8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F63AA-8765-4315-A98A-C3057DDD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9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4020-814D-9186-D99D-29203434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7D25A-8516-F4F3-9134-7628D1193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9B7A9-5511-F81B-8B72-426EF6953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4680F-D19C-8DC3-9C90-1D8EC273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12E19-069F-456B-1C47-0A3F3D51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C0633-5E49-8EEE-41BD-375EB6C0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1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E9DF-2AA4-0377-7AE3-813DA59D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A9042-1F89-F42E-A038-A8C9CC57C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E1DB-33FE-0A32-191B-BF56EB14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913BE-47E7-BC5E-541E-41CF3351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ED661-5515-4866-BE55-6A18F1A0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5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0E991-5B27-7304-59FF-581DDECEB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9BEC9-8CEF-121A-51C8-6B544617D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68746-19DA-18E4-9FC1-75937AE3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5F3A5-CB78-8044-0569-50C973BE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63331-0E75-AF24-4803-3C57DFB9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6E2A6-13F2-6743-7753-89385D4F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C1AE7-3307-837C-C4EC-DC677A74F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3679-8025-F4B9-8062-91FBC7DBC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DCFE2-4E9B-4905-A5ED-AD1F9E2DD94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D2F59-5905-240E-F0A6-71BF0A279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568B3-7ECD-96B9-FF17-9DCF8E2E8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8A561-21D4-4726-B607-E409A818F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2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2678-2589-ED56-6200-19F29FAE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image placeholder oracle</a:t>
            </a:r>
          </a:p>
        </p:txBody>
      </p:sp>
    </p:spTree>
    <p:extLst>
      <p:ext uri="{BB962C8B-B14F-4D97-AF65-F5344CB8AC3E}">
        <p14:creationId xmlns:p14="http://schemas.microsoft.com/office/powerpoint/2010/main" val="1485473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Notes image placeholder oracle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2026-06-19T09:33:26Z</dcterms:created>
  <dcterms:modified xsi:type="dcterms:W3CDTF">2026-06-19T09:33:31Z</dcterms:modified>
</cp:coreProperties>
</file>