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7" d="100"/>
          <a:sy n="37" d="100"/>
        </p:scale>
        <p:origin x="8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4EA94-FE7B-C338-D407-F7501F1C48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1D82AE-5EAD-3A1D-10CA-5C4BA3B751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771D2-0947-380D-4FD1-577CF7399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EFA35-7D41-47EC-BF9D-A9263EEBED61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7FF65-4F51-88F1-1C12-10D54CB97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68BA3-83CC-4FBD-4962-64F8E1853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D511B-1452-45A5-B883-C9F97E81D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258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D6FEE-7F77-8B0A-6AC4-63E4A8E7B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A3EED-57FB-B330-A83B-F667C6F003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DFB61-CE86-1FA9-CD66-324A88A03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EFA35-7D41-47EC-BF9D-A9263EEBED61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C6FC9-8E35-CDAF-A21D-E8D77A5C8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E44A-6B29-813D-4260-633F88092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D511B-1452-45A5-B883-C9F97E81D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173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25D27-4332-8EC0-97FE-648092BB0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3B975-7ACD-92FB-103D-2E7D553D4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C4DEE-AC14-EE88-B9E8-44693F933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EFA35-7D41-47EC-BF9D-A9263EEBED61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EA51C-B78D-8D18-1F0B-45EDDEBFA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8A92E-AC9A-DF4B-8B2B-3ADC4D549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D511B-1452-45A5-B883-C9F97E81D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571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E312C-2169-B4CA-4328-82FE3CB31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50FD1-DD76-E5A7-111D-3FF501C2B9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42567E-0BEC-1CB6-89AC-863E5ED115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3F536D-A558-4C89-F07E-F6DF7F97C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EFA35-7D41-47EC-BF9D-A9263EEBED61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87A594-688A-46F9-D9A7-A7351CD96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C0FFF8-BDD4-61A2-9BE7-AE7C8A9A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D511B-1452-45A5-B883-C9F97E81D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58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0E2C3-2043-A161-A7E1-CEDAC3BE6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265396-8FB5-1647-94AA-6495DF7EC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D3B222-F18A-A888-CDF4-B103D072F4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089893-87AB-F5D7-7A97-FF450F6A27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B7ECFF-9B4F-495D-CF52-670CAEE212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0B06D4-4A45-8D37-946A-028272B06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EFA35-7D41-47EC-BF9D-A9263EEBED61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EB8073-9947-D208-517B-D7A37AD0D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918AB5-B4B4-B085-76B5-61B1B3677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D511B-1452-45A5-B883-C9F97E81D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93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D6435-8435-6A75-3137-045449152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C93F0A-7830-DA1C-2B91-4556E12DC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EFA35-7D41-47EC-BF9D-A9263EEBED61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814C8A-EFB4-11E2-3CB8-DA8A8C444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1DE4FF-367C-C7FB-A1E6-20BD44870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D511B-1452-45A5-B883-C9F97E81D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806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77E8B1-D83E-4912-1173-D88DD6DF4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EFA35-7D41-47EC-BF9D-A9263EEBED61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B862FD-E655-8F4A-0876-6744A0EE7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4FD5C-955F-E81A-167B-F1E0E8292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D511B-1452-45A5-B883-C9F97E81D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121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9AF1D-4924-FC17-BBBD-29914C4DD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5073-0B7A-B2F5-5264-3619DEF3A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227AEA-8FA1-E579-C69D-108494ED25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848F39-798A-75A3-D3CF-707B137EE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EFA35-7D41-47EC-BF9D-A9263EEBED61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0DCD4D-690F-A4A9-8BC0-0A9DA0DB2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BF0CC6-A580-D2E6-28EF-099AFA9EB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D511B-1452-45A5-B883-C9F97E81D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911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7089D-A5A6-CBCD-DD9E-1D4250B64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7097FE-84C5-1828-5A7C-29EB2763B2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4A280F-10C7-BA49-E625-41C717FBA1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79A766-6551-C597-B5D0-6B86F05B4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EFA35-7D41-47EC-BF9D-A9263EEBED61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44237F-717F-C538-4917-0A1153971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26C883-5342-7DD4-2300-04ED44695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D511B-1452-45A5-B883-C9F97E81D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577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0FB59-E3F1-2164-32E6-316AD8D76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7FA3C8-D989-047C-9240-2F47F62A43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891CA-0EC0-8B54-7641-DACC04E5E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EFA35-7D41-47EC-BF9D-A9263EEBED61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C8334-E39F-0399-A6B4-9B628DA2C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8C8A3-8A3B-9CAA-1F5B-48D061B08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D511B-1452-45A5-B883-C9F97E81D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385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131BC3-11B0-34FD-2536-939E1DCD74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C01EC8-B6D8-4FA8-8330-7B70D25CFB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74E5A-64EA-16A6-4004-75E437676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EFA35-7D41-47EC-BF9D-A9263EEBED61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08616-E3E8-D18A-7F15-07E750283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E69F6-F9B7-CA43-114A-D43BC61FA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D511B-1452-45A5-B883-C9F97E81D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317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81FC65-A96F-6296-737F-DA532CC9F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A649A6-F04D-2960-3067-2A8E6F36C2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8FE40-C8EC-9794-AF71-F7D74D58F7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8EFA35-7D41-47EC-BF9D-A9263EEBED61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3DD30-F2AF-3496-1723-0F60C4EE95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85B3D-DB26-3E24-C6EC-8F597A79F1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3D511B-1452-45A5-B883-C9F97E81D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280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ge__longtoken_charwrap">
            <a:extLst>
              <a:ext uri="{FF2B5EF4-FFF2-40B4-BE49-F238E27FC236}">
                <a16:creationId xmlns:a16="http://schemas.microsoft.com/office/drawing/2014/main" id="{5F7B2E8B-FFD0-BAC0-1A62-4B3DCDE7CBC7}"/>
              </a:ext>
            </a:extLst>
          </p:cNvPr>
          <p:cNvSpPr txBox="1"/>
          <p:nvPr/>
        </p:nvSpPr>
        <p:spPr>
          <a:xfrm>
            <a:off x="762000" y="2540000"/>
            <a:ext cx="1828800" cy="120032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latin typeface="Aptos" panose="020B0004020202020204" pitchFamily="34" charset="0"/>
              </a:rPr>
              <a:t>Supercalifragilisticexpialidociousantidisestablishmentarianism</a:t>
            </a:r>
          </a:p>
        </p:txBody>
      </p:sp>
    </p:spTree>
    <p:extLst>
      <p:ext uri="{BB962C8B-B14F-4D97-AF65-F5344CB8AC3E}">
        <p14:creationId xmlns:p14="http://schemas.microsoft.com/office/powerpoint/2010/main" val="607585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ge__longtoken_nowrap">
            <a:extLst>
              <a:ext uri="{FF2B5EF4-FFF2-40B4-BE49-F238E27FC236}">
                <a16:creationId xmlns:a16="http://schemas.microsoft.com/office/drawing/2014/main" id="{5B7002EA-5702-4F71-F04D-6B1126A26C83}"/>
              </a:ext>
            </a:extLst>
          </p:cNvPr>
          <p:cNvSpPr txBox="1"/>
          <p:nvPr/>
        </p:nvSpPr>
        <p:spPr>
          <a:xfrm>
            <a:off x="761999" y="2540000"/>
            <a:ext cx="6452344" cy="369332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>
                <a:latin typeface="Aptos" panose="020B0004020202020204" pitchFamily="34" charset="0"/>
              </a:rPr>
              <a:t>Supercalifragilisticexpialidociousantidisestablishmentarianism</a:t>
            </a:r>
          </a:p>
        </p:txBody>
      </p:sp>
    </p:spTree>
    <p:extLst>
      <p:ext uri="{BB962C8B-B14F-4D97-AF65-F5344CB8AC3E}">
        <p14:creationId xmlns:p14="http://schemas.microsoft.com/office/powerpoint/2010/main" val="3441343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ge__trailing_spaces">
            <a:extLst>
              <a:ext uri="{FF2B5EF4-FFF2-40B4-BE49-F238E27FC236}">
                <a16:creationId xmlns:a16="http://schemas.microsoft.com/office/drawing/2014/main" id="{E0ECBBA6-8461-0DD7-7D4A-DA8DBFB6D539}"/>
              </a:ext>
            </a:extLst>
          </p:cNvPr>
          <p:cNvSpPr txBox="1"/>
          <p:nvPr/>
        </p:nvSpPr>
        <p:spPr>
          <a:xfrm>
            <a:off x="761999" y="2540000"/>
            <a:ext cx="2361609" cy="369332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>
                <a:latin typeface="Aptos" panose="020B0004020202020204" pitchFamily="34" charset="0"/>
              </a:rPr>
              <a:t>Hamburgefontsiv          </a:t>
            </a:r>
          </a:p>
        </p:txBody>
      </p:sp>
    </p:spTree>
    <p:extLst>
      <p:ext uri="{BB962C8B-B14F-4D97-AF65-F5344CB8AC3E}">
        <p14:creationId xmlns:p14="http://schemas.microsoft.com/office/powerpoint/2010/main" val="549588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ge__no_trailing_spaces">
            <a:extLst>
              <a:ext uri="{FF2B5EF4-FFF2-40B4-BE49-F238E27FC236}">
                <a16:creationId xmlns:a16="http://schemas.microsoft.com/office/drawing/2014/main" id="{96106D94-F32A-2BA4-913B-A8C8E9210D34}"/>
              </a:ext>
            </a:extLst>
          </p:cNvPr>
          <p:cNvSpPr txBox="1"/>
          <p:nvPr/>
        </p:nvSpPr>
        <p:spPr>
          <a:xfrm>
            <a:off x="761999" y="2540000"/>
            <a:ext cx="1896738" cy="369332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>
                <a:latin typeface="Aptos" panose="020B0004020202020204" pitchFamily="34" charset="0"/>
              </a:rPr>
              <a:t>Hamburgefontsiv</a:t>
            </a:r>
          </a:p>
        </p:txBody>
      </p:sp>
    </p:spTree>
    <p:extLst>
      <p:ext uri="{BB962C8B-B14F-4D97-AF65-F5344CB8AC3E}">
        <p14:creationId xmlns:p14="http://schemas.microsoft.com/office/powerpoint/2010/main" val="3063577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ge__leading_spaces">
            <a:extLst>
              <a:ext uri="{FF2B5EF4-FFF2-40B4-BE49-F238E27FC236}">
                <a16:creationId xmlns:a16="http://schemas.microsoft.com/office/drawing/2014/main" id="{1B09EE0F-04E9-27B9-0B1B-5C49A6499473}"/>
              </a:ext>
            </a:extLst>
          </p:cNvPr>
          <p:cNvSpPr txBox="1"/>
          <p:nvPr/>
        </p:nvSpPr>
        <p:spPr>
          <a:xfrm>
            <a:off x="761999" y="2540000"/>
            <a:ext cx="2361609" cy="369332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>
                <a:latin typeface="Aptos" panose="020B0004020202020204" pitchFamily="34" charset="0"/>
              </a:rPr>
              <a:t>          Hamburgefontsiv</a:t>
            </a:r>
          </a:p>
        </p:txBody>
      </p:sp>
    </p:spTree>
    <p:extLst>
      <p:ext uri="{BB962C8B-B14F-4D97-AF65-F5344CB8AC3E}">
        <p14:creationId xmlns:p14="http://schemas.microsoft.com/office/powerpoint/2010/main" val="614178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ge__blank_line">
            <a:extLst>
              <a:ext uri="{FF2B5EF4-FFF2-40B4-BE49-F238E27FC236}">
                <a16:creationId xmlns:a16="http://schemas.microsoft.com/office/drawing/2014/main" id="{D0E4C67B-0544-C720-F56F-21A288F969A1}"/>
              </a:ext>
            </a:extLst>
          </p:cNvPr>
          <p:cNvSpPr txBox="1"/>
          <p:nvPr/>
        </p:nvSpPr>
        <p:spPr>
          <a:xfrm>
            <a:off x="762000" y="2540000"/>
            <a:ext cx="1828800" cy="92333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latin typeface="Aptos" panose="020B0004020202020204" pitchFamily="34" charset="0"/>
              </a:rPr>
              <a:t>Line A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Line B</a:t>
            </a:r>
          </a:p>
        </p:txBody>
      </p:sp>
    </p:spTree>
    <p:extLst>
      <p:ext uri="{BB962C8B-B14F-4D97-AF65-F5344CB8AC3E}">
        <p14:creationId xmlns:p14="http://schemas.microsoft.com/office/powerpoint/2010/main" val="1607591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ge__only_whitespace">
            <a:extLst>
              <a:ext uri="{FF2B5EF4-FFF2-40B4-BE49-F238E27FC236}">
                <a16:creationId xmlns:a16="http://schemas.microsoft.com/office/drawing/2014/main" id="{74EEC330-E3AD-4A9E-3DE9-F83F76E1D00A}"/>
              </a:ext>
            </a:extLst>
          </p:cNvPr>
          <p:cNvSpPr txBox="1"/>
          <p:nvPr/>
        </p:nvSpPr>
        <p:spPr>
          <a:xfrm>
            <a:off x="762000" y="2540000"/>
            <a:ext cx="1828800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latin typeface="Aptos" panose="020B0004020202020204" pitchFamily="34" charset="0"/>
              </a:rPr>
              <a:t>          </a:t>
            </a:r>
          </a:p>
        </p:txBody>
      </p:sp>
    </p:spTree>
    <p:extLst>
      <p:ext uri="{BB962C8B-B14F-4D97-AF65-F5344CB8AC3E}">
        <p14:creationId xmlns:p14="http://schemas.microsoft.com/office/powerpoint/2010/main" val="2533105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ge__tab">
            <a:extLst>
              <a:ext uri="{FF2B5EF4-FFF2-40B4-BE49-F238E27FC236}">
                <a16:creationId xmlns:a16="http://schemas.microsoft.com/office/drawing/2014/main" id="{60BC870B-9331-A42B-579D-726484E3079D}"/>
              </a:ext>
            </a:extLst>
          </p:cNvPr>
          <p:cNvSpPr txBox="1"/>
          <p:nvPr/>
        </p:nvSpPr>
        <p:spPr>
          <a:xfrm>
            <a:off x="761999" y="2540000"/>
            <a:ext cx="1247457" cy="369332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>
                <a:latin typeface="Aptos" panose="020B0004020202020204" pitchFamily="34" charset="0"/>
              </a:rPr>
              <a:t>A	B</a:t>
            </a:r>
          </a:p>
        </p:txBody>
      </p:sp>
    </p:spTree>
    <p:extLst>
      <p:ext uri="{BB962C8B-B14F-4D97-AF65-F5344CB8AC3E}">
        <p14:creationId xmlns:p14="http://schemas.microsoft.com/office/powerpoint/2010/main" val="2745445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ge__mixed_sizes">
            <a:extLst>
              <a:ext uri="{FF2B5EF4-FFF2-40B4-BE49-F238E27FC236}">
                <a16:creationId xmlns:a16="http://schemas.microsoft.com/office/drawing/2014/main" id="{BCC64F70-BC22-A19C-EDDD-95929A5121D9}"/>
              </a:ext>
            </a:extLst>
          </p:cNvPr>
          <p:cNvSpPr txBox="1"/>
          <p:nvPr/>
        </p:nvSpPr>
        <p:spPr>
          <a:xfrm>
            <a:off x="762000" y="2540000"/>
            <a:ext cx="1828800" cy="6463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 sz="1200">
                <a:latin typeface="Aptos" panose="020B0004020202020204" pitchFamily="34" charset="0"/>
              </a:rPr>
              <a:t>small </a:t>
            </a:r>
            <a:r>
              <a:rPr lang="en-US" sz="3600">
                <a:latin typeface="Aptos" panose="020B0004020202020204" pitchFamily="34" charset="0"/>
              </a:rPr>
              <a:t>BIG</a:t>
            </a:r>
            <a:r>
              <a:rPr lang="en-US" sz="1200">
                <a:latin typeface="Aptos" panose="020B0004020202020204" pitchFamily="34" charset="0"/>
              </a:rPr>
              <a:t> small</a:t>
            </a:r>
          </a:p>
        </p:txBody>
      </p:sp>
    </p:spTree>
    <p:extLst>
      <p:ext uri="{BB962C8B-B14F-4D97-AF65-F5344CB8AC3E}">
        <p14:creationId xmlns:p14="http://schemas.microsoft.com/office/powerpoint/2010/main" val="2611150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ge__cjk_unsupported">
            <a:extLst>
              <a:ext uri="{FF2B5EF4-FFF2-40B4-BE49-F238E27FC236}">
                <a16:creationId xmlns:a16="http://schemas.microsoft.com/office/drawing/2014/main" id="{C49A4A49-0B8D-6642-4541-69994884C21E}"/>
              </a:ext>
            </a:extLst>
          </p:cNvPr>
          <p:cNvSpPr txBox="1"/>
          <p:nvPr/>
        </p:nvSpPr>
        <p:spPr>
          <a:xfrm>
            <a:off x="761999" y="2540000"/>
            <a:ext cx="1828800" cy="4572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ja-JP" altLang="en-US">
                <a:latin typeface="Aptos" panose="020B0004020202020204" pitchFamily="34" charset="0"/>
              </a:rPr>
              <a:t>日本語テキスト</a:t>
            </a:r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81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ge__rtl_unsupported">
            <a:extLst>
              <a:ext uri="{FF2B5EF4-FFF2-40B4-BE49-F238E27FC236}">
                <a16:creationId xmlns:a16="http://schemas.microsoft.com/office/drawing/2014/main" id="{17E7CB6F-85C5-2704-3AF3-41B747AB9919}"/>
              </a:ext>
            </a:extLst>
          </p:cNvPr>
          <p:cNvSpPr txBox="1"/>
          <p:nvPr/>
        </p:nvSpPr>
        <p:spPr>
          <a:xfrm>
            <a:off x="761999" y="2540000"/>
            <a:ext cx="1828800" cy="4572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ar-AE">
                <a:latin typeface="Aptos" panose="020B0004020202020204" pitchFamily="34" charset="0"/>
              </a:rPr>
              <a:t>مرحبا بالعالم</a:t>
            </a:r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8924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Custom</PresentationFormat>
  <Paragraphs>13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HERNÁNDEZ BERNAL Santiago</dc:creator>
  <cp:lastModifiedBy>HERNÁNDEZ BERNAL Santiago</cp:lastModifiedBy>
  <cp:revision>1</cp:revision>
  <dcterms:created xsi:type="dcterms:W3CDTF">2026-06-21T14:10:09Z</dcterms:created>
  <dcterms:modified xsi:type="dcterms:W3CDTF">2026-06-21T14:10:16Z</dcterms:modified>
</cp:coreProperties>
</file>