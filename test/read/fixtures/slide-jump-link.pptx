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ShowLst>
    <p:custShow name="Tour" id="0">
      <p:sldLst>
        <p:sld r:id="rId2"/>
        <p:sld r:id="rId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" id="{5539DED6-2AEE-47B2-923F-5DEEC4CE31F4}">
          <p14:sldIdLst>
            <p14:sldId id="256"/>
          </p14:sldIdLst>
        </p14:section>
        <p14:section name="Rest" id="{89EDC623-9FA9-4E90-B9E1-446FFA13742C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F362-28E8-917E-74D1-ABA4FED45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100A1-21BC-8CC8-9A36-D64E0FEAC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7BCB6-AEE3-AE54-98C6-A87CD945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FF8FD-9728-524C-80B9-0E988263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4F79B-FB42-6415-B445-CDC13445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7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67DF-17E7-C2BB-D4D1-D5BDB579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4B1F-DF9B-AE12-5D8D-9B0DAC49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22B5F-36ED-204F-CEE0-29FFC138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ED25C-5A91-0803-A83A-61660D94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0322C-67A2-239B-C769-2419720D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1666-E88A-C68B-24DD-4B68A199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C3300-02A2-BA0E-7464-6521E7B7C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3480D-730F-DD40-4692-CA17C189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4AB1-875F-4D54-E4DD-5C3AC7FA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D0F44-51EE-3B0F-1100-93334CA6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8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DC5F-F5F8-58A6-93EA-6AE53E6A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E336-1680-B1F3-D9FA-2FDCC2275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57A06-6C00-B5A9-E57B-1E85CEE6C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1EF7D-DDD1-BBA6-68FD-56348BF2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52C74-E74E-0891-36FE-D287CA7DA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B2A3E-DA32-C804-B3E0-2B066402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0B02-F688-139D-1F2C-C1FD6702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22CB4-F048-023B-F050-E3383C7A9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9F8F6-187F-F5CA-8AE4-33A7E0FA4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C4560-0197-3A4D-8418-345DEAB69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EA2BC-7F87-F37C-6895-926F9B0F5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5120D-1EF9-1FA6-F157-49C029F8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E6A13-C29B-82BE-8CD8-93538B91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AE5CD-E462-1ABE-DE7C-BCA4502D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4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8D69-F1CE-CEC5-A18C-8394BD73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3B5A7-C381-2F5E-EE9C-39AFAE4A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9D260-B21E-B746-DB18-A1496C2F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B02E0-73E4-0C78-6E2C-508DC368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0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A4FE9-1776-331E-E257-26260810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297DE-6A2F-AF9E-F08B-C4E1901D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588C-403F-2BCF-453E-C7130436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D6DC-D7D2-B350-E945-FBBD0B4E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DD9D-3CC1-C8BF-7CA9-1B9D38880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1C53C-BB43-859C-41E9-74ED7EA71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BB196-A39A-23FE-4BDC-24358F64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4E86B-5B95-C095-154C-1EA762CE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F3A48-15D0-0BCE-0BD4-3733D5E3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2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A7B4-F554-75CB-19A4-248B6727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F8809-B0A3-5722-3AF0-DD6429C3F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25054-4363-C7B6-8E57-342D88806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9B97-62FE-768C-B165-89BFDCF7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AF6CA-6661-3849-E74C-6048CD0E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2BF29-F432-59D8-1984-AC2F27EA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C4FE-7C8B-025E-984C-32417228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42673-BE33-084D-3A1C-6E05B202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41ABA-268F-F246-B4A3-78A3497D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095A-9CB7-2F01-31FA-06DA7DDD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D753F-3E8F-5551-B20F-1070B728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0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EC265-5E30-72D3-BD85-08771EBEF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257B7-D2A6-6177-E84A-7DD8B57D4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1B16-20C0-2969-889F-B36D1EAB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F49D1-42AE-3FF6-2580-E25EAD03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A366A-AE7A-FC92-B7E9-2E5094B8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3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508CC-BC1B-C218-DA37-06AA723E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9C41B-70B4-BD09-9A32-90362375A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5CF9-B77B-F986-189E-8CF3D6D58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092CC-2DD1-D31E-F6A4-B031FAA5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9DFB-E9B9-48B8-40D4-AC66AA6F6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4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getLabel">
            <a:extLst>
              <a:ext uri="{FF2B5EF4-FFF2-40B4-BE49-F238E27FC236}">
                <a16:creationId xmlns:a16="http://schemas.microsoft.com/office/drawing/2014/main" id="{28A502C2-98D2-FC4C-239D-B23C715434A4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420316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edText">
            <a:extLst>
              <a:ext uri="{FF2B5EF4-FFF2-40B4-BE49-F238E27FC236}">
                <a16:creationId xmlns:a16="http://schemas.microsoft.com/office/drawing/2014/main" id="{023CDEA1-3735-9A87-E990-96318964371B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rId2" action="ppaction://hlinksldjump"/>
              </a:rPr>
              <a:t>Go to Target</a:t>
            </a:r>
            <a:endParaRPr lang="en-US"/>
          </a:p>
        </p:txBody>
      </p:sp>
      <p:sp>
        <p:nvSpPr>
          <p:cNvPr id="3" name="LinkedShape">
            <a:hlinkClick r:id="rId2" action="ppaction://hlinksldjump"/>
            <a:extLst>
              <a:ext uri="{FF2B5EF4-FFF2-40B4-BE49-F238E27FC236}">
                <a16:creationId xmlns:a16="http://schemas.microsoft.com/office/drawing/2014/main" id="{FFF9A698-CE18-329A-846C-AFF05A37FC31}"/>
              </a:ext>
            </a:extLst>
          </p:cNvPr>
          <p:cNvSpPr/>
          <p:nvPr/>
        </p:nvSpPr>
        <p:spPr>
          <a:xfrm>
            <a:off x="762000" y="2032000"/>
            <a:ext cx="3048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rolText">
            <a:extLst>
              <a:ext uri="{FF2B5EF4-FFF2-40B4-BE49-F238E27FC236}">
                <a16:creationId xmlns:a16="http://schemas.microsoft.com/office/drawing/2014/main" id="{C9440BB8-D858-5361-4877-9C64535E8ACE}"/>
              </a:ext>
            </a:extLst>
          </p:cNvPr>
          <p:cNvSpPr txBox="1"/>
          <p:nvPr/>
        </p:nvSpPr>
        <p:spPr>
          <a:xfrm>
            <a:off x="762000" y="3810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rId3" action="ppaction://hlinksldjump"/>
              </a:rPr>
              <a:t>Go to Other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herLabel">
            <a:extLst>
              <a:ext uri="{FF2B5EF4-FFF2-40B4-BE49-F238E27FC236}">
                <a16:creationId xmlns:a16="http://schemas.microsoft.com/office/drawing/2014/main" id="{57FC7B98-0BD2-DF5A-0C34-E0095F3A20BA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232408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  <vt:variant>
        <vt:lpstr>Custom Shows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Tour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2026-09-14T13:41:20Z</dcterms:created>
  <dcterms:modified xsi:type="dcterms:W3CDTF">2026-09-14T13:41:21Z</dcterms:modified>
</cp:coreProperties>
</file>