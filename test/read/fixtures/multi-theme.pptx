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8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A0D41-72A1-4697-8545-F47A102596E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0E560-E594-4244-BB06-22B45FBAE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54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A0D41-72A1-4697-8545-F47A102596E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0E560-E594-4244-BB06-22B45FBAE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02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A0D41-72A1-4697-8545-F47A102596E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0E560-E594-4244-BB06-22B45FBAE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94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A0D41-72A1-4697-8545-F47A102596E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0E560-E594-4244-BB06-22B45FBAE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24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A0D41-72A1-4697-8545-F47A102596E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0E560-E594-4244-BB06-22B45FBAE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03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A0D41-72A1-4697-8545-F47A102596E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0E560-E594-4244-BB06-22B45FBAE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34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A0D41-72A1-4697-8545-F47A102596E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0E560-E594-4244-BB06-22B45FBAE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23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A0D41-72A1-4697-8545-F47A102596E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0E560-E594-4244-BB06-22B45FBAE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660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A0D41-72A1-4697-8545-F47A102596E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0E560-E594-4244-BB06-22B45FBAE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07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A0D41-72A1-4697-8545-F47A102596E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0E560-E594-4244-BB06-22B45FBAE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127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A0D41-72A1-4697-8545-F47A102596E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0E560-E594-4244-BB06-22B45FBAE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34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A0D41-72A1-4697-8545-F47A102596E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0E560-E594-4244-BB06-22B45FBAE47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76736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A0D41-72A1-4697-8545-F47A102596E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0E560-E594-4244-BB06-22B45FBAE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9652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A0D41-72A1-4697-8545-F47A102596E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0E560-E594-4244-BB06-22B45FBAE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189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A0D41-72A1-4697-8545-F47A102596E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0E560-E594-4244-BB06-22B45FBAE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660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A0D41-72A1-4697-8545-F47A102596E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0E560-E594-4244-BB06-22B45FBAE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0964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A0D41-72A1-4697-8545-F47A102596E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0E560-E594-4244-BB06-22B45FBAE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4515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4787A-C70F-4A69-FC81-27EA88E65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8F14C-1330-55CE-E0F8-5C13614DF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40D38-A61E-0A06-5D23-B79F029AC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A0D41-72A1-4697-8545-F47A102596E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8DAA1-9868-8987-D40D-DD16AFA5B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F6604-C591-1757-AC7E-ECF1FCA9A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0E560-E594-4244-BB06-22B45FBAE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509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78A0D41-72A1-4697-8545-F47A102596E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0E560-E594-4244-BB06-22B45FBAE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0490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-matrix-default">
            <a:extLst>
              <a:ext uri="{FF2B5EF4-FFF2-40B4-BE49-F238E27FC236}">
                <a16:creationId xmlns:a16="http://schemas.microsoft.com/office/drawing/2014/main" id="{58104749-62E6-66CF-EA6E-7AE07BE54800}"/>
              </a:ext>
            </a:extLst>
          </p:cNvPr>
          <p:cNvSpPr/>
          <p:nvPr/>
        </p:nvSpPr>
        <p:spPr>
          <a:xfrm>
            <a:off x="889000" y="1143000"/>
            <a:ext cx="2286000" cy="1143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style</a:t>
            </a:r>
          </a:p>
        </p:txBody>
      </p:sp>
      <p:sp>
        <p:nvSpPr>
          <p:cNvPr id="3" name="scheme-accent1-fill">
            <a:extLst>
              <a:ext uri="{FF2B5EF4-FFF2-40B4-BE49-F238E27FC236}">
                <a16:creationId xmlns:a16="http://schemas.microsoft.com/office/drawing/2014/main" id="{69B3109D-5CCF-46C2-4511-C81624FF5BC1}"/>
              </a:ext>
            </a:extLst>
          </p:cNvPr>
          <p:cNvSpPr/>
          <p:nvPr/>
        </p:nvSpPr>
        <p:spPr>
          <a:xfrm>
            <a:off x="3810000" y="1143000"/>
            <a:ext cx="2286000" cy="1143000"/>
          </a:xfrm>
          <a:prstGeom prst="rect">
            <a:avLst/>
          </a:prstGeom>
          <a:solidFill>
            <a:schemeClr val="accent1">
              <a:lumMod val="100000"/>
            </a:schemeClr>
          </a:solidFill>
          <a:ln w="25400">
            <a:solidFill>
              <a:schemeClr val="accent2">
                <a:lumMod val="10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cheme-accent2-lighter">
            <a:extLst>
              <a:ext uri="{FF2B5EF4-FFF2-40B4-BE49-F238E27FC236}">
                <a16:creationId xmlns:a16="http://schemas.microsoft.com/office/drawing/2014/main" id="{F5207E20-3002-6ED4-5680-47080CD94BB2}"/>
              </a:ext>
            </a:extLst>
          </p:cNvPr>
          <p:cNvSpPr/>
          <p:nvPr/>
        </p:nvSpPr>
        <p:spPr>
          <a:xfrm>
            <a:off x="6731000" y="1143000"/>
            <a:ext cx="2286000" cy="1143000"/>
          </a:xfrm>
          <a:prstGeom prst="rect">
            <a:avLst/>
          </a:prstGeom>
          <a:solidFill>
            <a:schemeClr val="accent2">
              <a:lumMod val="65000"/>
              <a:lumOff val="35000"/>
            </a:schemeClr>
          </a:solidFill>
          <a:ln w="12700">
            <a:solidFill>
              <a:schemeClr val="accent3">
                <a:lumMod val="10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cheme-accent5-text">
            <a:extLst>
              <a:ext uri="{FF2B5EF4-FFF2-40B4-BE49-F238E27FC236}">
                <a16:creationId xmlns:a16="http://schemas.microsoft.com/office/drawing/2014/main" id="{45C09974-4C65-F579-5824-8D781AD112C5}"/>
              </a:ext>
            </a:extLst>
          </p:cNvPr>
          <p:cNvSpPr txBox="1"/>
          <p:nvPr/>
        </p:nvSpPr>
        <p:spPr>
          <a:xfrm>
            <a:off x="889000" y="3175000"/>
            <a:ext cx="533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>
                <a:solidFill>
                  <a:schemeClr val="accent5"/>
                </a:solidFill>
              </a:rPr>
              <a:t>non-default theme text</a:t>
            </a:r>
          </a:p>
        </p:txBody>
      </p:sp>
    </p:spTree>
    <p:extLst>
      <p:ext uri="{BB962C8B-B14F-4D97-AF65-F5344CB8AC3E}">
        <p14:creationId xmlns:p14="http://schemas.microsoft.com/office/powerpoint/2010/main" val="2958680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erited-title">
            <a:extLst>
              <a:ext uri="{FF2B5EF4-FFF2-40B4-BE49-F238E27FC236}">
                <a16:creationId xmlns:a16="http://schemas.microsoft.com/office/drawing/2014/main" id="{444B94B4-2DF6-86B8-D76A-D6E935C37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Inherited title color</a:t>
            </a:r>
          </a:p>
        </p:txBody>
      </p:sp>
      <p:sp>
        <p:nvSpPr>
          <p:cNvPr id="3" name="explicit-body">
            <a:extLst>
              <a:ext uri="{FF2B5EF4-FFF2-40B4-BE49-F238E27FC236}">
                <a16:creationId xmlns:a16="http://schemas.microsoft.com/office/drawing/2014/main" id="{2686A62E-E162-6C24-71E0-2B279E7A3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FF00FF"/>
                </a:solidFill>
              </a:rPr>
              <a:t>Explicit color body</a:t>
            </a:r>
          </a:p>
        </p:txBody>
      </p:sp>
    </p:spTree>
    <p:extLst>
      <p:ext uri="{BB962C8B-B14F-4D97-AF65-F5344CB8AC3E}">
        <p14:creationId xmlns:p14="http://schemas.microsoft.com/office/powerpoint/2010/main" val="675923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teral-accent1">
            <a:extLst>
              <a:ext uri="{FF2B5EF4-FFF2-40B4-BE49-F238E27FC236}">
                <a16:creationId xmlns:a16="http://schemas.microsoft.com/office/drawing/2014/main" id="{F3902009-A630-E39E-136A-25A5F9B6B434}"/>
              </a:ext>
            </a:extLst>
          </p:cNvPr>
          <p:cNvSpPr/>
          <p:nvPr/>
        </p:nvSpPr>
        <p:spPr>
          <a:xfrm>
            <a:off x="762000" y="762000"/>
            <a:ext cx="2540000" cy="1524000"/>
          </a:xfrm>
          <a:prstGeom prst="rect">
            <a:avLst/>
          </a:prstGeom>
          <a:solidFill>
            <a:srgbClr val="B01513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literal-nonaccent">
            <a:extLst>
              <a:ext uri="{FF2B5EF4-FFF2-40B4-BE49-F238E27FC236}">
                <a16:creationId xmlns:a16="http://schemas.microsoft.com/office/drawing/2014/main" id="{F5F3342F-8BF6-66A7-4D4C-F7C0BF14238E}"/>
              </a:ext>
            </a:extLst>
          </p:cNvPr>
          <p:cNvSpPr/>
          <p:nvPr/>
        </p:nvSpPr>
        <p:spPr>
          <a:xfrm>
            <a:off x="3810000" y="762000"/>
            <a:ext cx="2540000" cy="1524000"/>
          </a:xfrm>
          <a:prstGeom prst="rect">
            <a:avLst/>
          </a:prstGeom>
          <a:solidFill>
            <a:srgbClr val="123456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styled-table">
            <a:extLst>
              <a:ext uri="{FF2B5EF4-FFF2-40B4-BE49-F238E27FC236}">
                <a16:creationId xmlns:a16="http://schemas.microsoft.com/office/drawing/2014/main" id="{ECB4B6A9-F4A8-2576-8CC6-E09ECC8DD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995385"/>
              </p:ext>
            </p:extLst>
          </p:nvPr>
        </p:nvGraphicFramePr>
        <p:xfrm>
          <a:off x="762000" y="3048000"/>
          <a:ext cx="50800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567320374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217359443"/>
                    </a:ext>
                  </a:extLst>
                </a:gridCol>
              </a:tblGrid>
              <a:tr h="1016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6945781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757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24690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10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Century Gothic</vt:lpstr>
      <vt:lpstr>Wingdings 3</vt:lpstr>
      <vt:lpstr>Ion</vt:lpstr>
      <vt:lpstr>PowerPoint Presentation</vt:lpstr>
      <vt:lpstr>Inherited title color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3</cp:revision>
  <dcterms:created xsi:type="dcterms:W3CDTF">2026-06-18T15:47:37Z</dcterms:created>
  <dcterms:modified xsi:type="dcterms:W3CDTF">2026-06-24T10:18:54Z</dcterms:modified>
</cp:coreProperties>
</file>