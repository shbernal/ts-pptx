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51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54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802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5940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24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103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34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223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660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07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127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341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376736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9652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1890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660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964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451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78A0D41-72A1-4697-8545-F47A102596E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049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yle-matrix-default">
            <a:extLst>
              <a:ext uri="{FF2B5EF4-FFF2-40B4-BE49-F238E27FC236}">
                <a16:creationId xmlns:a16="http://schemas.microsoft.com/office/drawing/2014/main" id="{58104749-62E6-66CF-EA6E-7AE07BE54800}"/>
              </a:ext>
            </a:extLst>
          </p:cNvPr>
          <p:cNvSpPr/>
          <p:nvPr/>
        </p:nvSpPr>
        <p:spPr>
          <a:xfrm>
            <a:off x="889000" y="1143000"/>
            <a:ext cx="2286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style</a:t>
            </a:r>
          </a:p>
        </p:txBody>
      </p:sp>
      <p:sp>
        <p:nvSpPr>
          <p:cNvPr id="3" name="scheme-accent1-fill">
            <a:extLst>
              <a:ext uri="{FF2B5EF4-FFF2-40B4-BE49-F238E27FC236}">
                <a16:creationId xmlns:a16="http://schemas.microsoft.com/office/drawing/2014/main" id="{69B3109D-5CCF-46C2-4511-C81624FF5BC1}"/>
              </a:ext>
            </a:extLst>
          </p:cNvPr>
          <p:cNvSpPr/>
          <p:nvPr/>
        </p:nvSpPr>
        <p:spPr>
          <a:xfrm>
            <a:off x="3810000" y="1143000"/>
            <a:ext cx="2286000" cy="1143000"/>
          </a:xfrm>
          <a:prstGeom prst="rect">
            <a:avLst/>
          </a:prstGeom>
          <a:solidFill>
            <a:schemeClr val="accent1">
              <a:lumMod val="100000"/>
            </a:schemeClr>
          </a:solidFill>
          <a:ln w="25400">
            <a:solidFill>
              <a:schemeClr val="accent2">
                <a:lumMod val="10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cheme-accent2-lighter">
            <a:extLst>
              <a:ext uri="{FF2B5EF4-FFF2-40B4-BE49-F238E27FC236}">
                <a16:creationId xmlns:a16="http://schemas.microsoft.com/office/drawing/2014/main" id="{F5207E20-3002-6ED4-5680-47080CD94BB2}"/>
              </a:ext>
            </a:extLst>
          </p:cNvPr>
          <p:cNvSpPr/>
          <p:nvPr/>
        </p:nvSpPr>
        <p:spPr>
          <a:xfrm>
            <a:off x="6731000" y="1143000"/>
            <a:ext cx="2286000" cy="1143000"/>
          </a:xfrm>
          <a:prstGeom prst="rect">
            <a:avLst/>
          </a:prstGeom>
          <a:solidFill>
            <a:schemeClr val="accent2">
              <a:lumMod val="65000"/>
              <a:lumOff val="35000"/>
            </a:schemeClr>
          </a:solidFill>
          <a:ln w="12700">
            <a:solidFill>
              <a:schemeClr val="accent3">
                <a:lumMod val="10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cheme-accent5-text">
            <a:extLst>
              <a:ext uri="{FF2B5EF4-FFF2-40B4-BE49-F238E27FC236}">
                <a16:creationId xmlns:a16="http://schemas.microsoft.com/office/drawing/2014/main" id="{45C09974-4C65-F579-5824-8D781AD112C5}"/>
              </a:ext>
            </a:extLst>
          </p:cNvPr>
          <p:cNvSpPr txBox="1"/>
          <p:nvPr/>
        </p:nvSpPr>
        <p:spPr>
          <a:xfrm>
            <a:off x="889000" y="3175000"/>
            <a:ext cx="5334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>
                <a:solidFill>
                  <a:schemeClr val="accent5"/>
                </a:solidFill>
              </a:rPr>
              <a:t>non-default theme text</a:t>
            </a:r>
          </a:p>
        </p:txBody>
      </p:sp>
    </p:spTree>
    <p:extLst>
      <p:ext uri="{BB962C8B-B14F-4D97-AF65-F5344CB8AC3E}">
        <p14:creationId xmlns:p14="http://schemas.microsoft.com/office/powerpoint/2010/main" val="29586808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4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Century Gothic</vt:lpstr>
      <vt:lpstr>Wingdings 3</vt:lpstr>
      <vt:lpstr>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HERNÁNDEZ BERNAL Santiago</dc:creator>
  <cp:lastModifiedBy>HERNÁNDEZ BERNAL Santiago</cp:lastModifiedBy>
  <cp:revision>1</cp:revision>
  <dcterms:created xsi:type="dcterms:W3CDTF">2026-06-18T15:47:37Z</dcterms:created>
  <dcterms:modified xsi:type="dcterms:W3CDTF">2026-06-18T15:47:38Z</dcterms:modified>
</cp:coreProperties>
</file>