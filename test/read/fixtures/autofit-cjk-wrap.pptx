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412" autoAdjust="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3D1C-9524-C695-80F0-F7167E837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C511C-D5AB-98BC-B2C4-6A47C151A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6B6E-5BDB-AA31-23BA-A273A271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75DE-6035-AAB5-1D4C-77C33702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C27B7-876F-20FC-F796-9B0B28F0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0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729DE-B32D-C764-4B8D-68D3CF41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39F5-3ED5-35EE-162D-D8A0B2A9B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971A-8749-781E-EB3A-328F1D06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70C2D-576B-A19D-2887-B0815E5B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9BD86-05FD-047A-C9C8-1BE2F6DB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0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1F6F-1838-79BE-4BD2-0FAC136B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0B523-65CA-7838-36B3-4F08BD89F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A4B37-0116-769D-88B3-2AA5169E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A2908-0EC7-3B07-1743-19608170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B70D6-F882-1352-46D6-FF02C54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4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002D-3A16-1788-FF1F-CBA9D6B4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A42F-74DE-A5CD-215A-A79E505C5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F402E-4478-0E78-D543-BD8B76374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5007C-FD87-38F6-44FE-0D5B44A1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55E51-0844-3AF0-9776-8C40E8E6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E49F4-ADD6-49FD-911E-72E1D30D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6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A49A-D5FE-397C-D01E-979BEB8D8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C57F1-F2AD-B165-E49C-BBE3DE98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900E0-32F8-ADE5-9487-575205CD9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B3680-98F2-0909-A756-344F87BB3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23F94-BD39-8A23-0B6D-E6B064565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A21E9-DC1F-3C2E-A1B7-999BCA9E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B6EA8-AEA6-C87B-9185-8D697B48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DD74D-176F-AC0B-933B-E333D697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4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0E14-3AA9-4F8D-5929-8C2D5A36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32EE7-7B88-B2C8-F718-62D920DC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ED0EB-EF73-06FA-A125-990E21F3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D655D-4F31-54C4-06CD-65EE8BDC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2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3114AC-E09A-AD9C-AA7B-AA7CEFFF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8AC42-D8B1-2E4A-52F9-7282617C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AE47A-54A8-2CB8-28F8-B1BB8B87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84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1D47-FA8D-7493-F068-B4ADC21C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1A284-935C-CE06-8EB5-51220026B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A97BC-5EBE-4FDF-2FB3-3BD23BA1F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98302-B924-DC42-5D1E-DADEB1E3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69C4A-99BE-0AFB-60C0-C2567FDD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48AF3-2875-143D-9F9A-B9868AD4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DA40-098F-8942-D21E-434ECE6A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14A59-E93F-E222-1464-3C167377F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F201A-36D5-FD58-5A76-844E585F7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6C74B-862A-EAA1-46CA-66D728D5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0D16D-291A-4EC4-45CE-EE3A1FB0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37027-763B-0300-A40F-8615AB45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0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5B24-28E9-F969-FB53-500D219D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37F62-2B00-EA92-AAF9-9C85FFF7B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6185-E7FA-718E-E071-3201AFEC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83AFC-199F-3F8F-0C2E-7FC9F78B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B7AD6-3D69-CCDE-46A7-626B6C19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4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A72FF-50A9-3586-2B2B-354A90576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0EE45-8F49-FDF9-773C-69D652966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C45E9-C826-449C-77ED-B4CC1653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1F332-AB61-9F1F-E0D2-3F03F134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DACCA-86D4-B258-82B3-4068F86A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65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7467DF-DCD1-383B-D915-1C2110B6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2623F-BCD5-A5FB-7D0E-40A037389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B223-7F44-6F1B-932D-A804C56A3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3A71B-C091-4806-A66C-384F4F2EF81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ED595-4383-2678-2BAA-7500E55E2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E902-C3CA-FEA0-C8C8-402A6C480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04210-E92E-4EFD-8D5A-8003121F7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1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jk__han_between_words">
            <a:extLst>
              <a:ext uri="{FF2B5EF4-FFF2-40B4-BE49-F238E27FC236}">
                <a16:creationId xmlns:a16="http://schemas.microsoft.com/office/drawing/2014/main" id="{D6605FF2-7F96-FE30-89FD-5F133ED52F99}"/>
              </a:ext>
            </a:extLst>
          </p:cNvPr>
          <p:cNvSpPr txBox="1"/>
          <p:nvPr/>
        </p:nvSpPr>
        <p:spPr>
          <a:xfrm>
            <a:off x="304800" y="1524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</a:t>
            </a:r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一二三四五 </a:t>
            </a: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bbbbbbbb</a:t>
            </a:r>
          </a:p>
        </p:txBody>
      </p:sp>
      <p:sp>
        <p:nvSpPr>
          <p:cNvPr id="3" name="cjk__kana_between_words">
            <a:extLst>
              <a:ext uri="{FF2B5EF4-FFF2-40B4-BE49-F238E27FC236}">
                <a16:creationId xmlns:a16="http://schemas.microsoft.com/office/drawing/2014/main" id="{38797432-7C6C-1ECA-22AE-FBBDC9401EB9}"/>
              </a:ext>
            </a:extLst>
          </p:cNvPr>
          <p:cNvSpPr txBox="1"/>
          <p:nvPr/>
        </p:nvSpPr>
        <p:spPr>
          <a:xfrm>
            <a:off x="304800" y="7112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</a:t>
            </a:r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あいうえお </a:t>
            </a: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bbbbbbbb</a:t>
            </a:r>
          </a:p>
        </p:txBody>
      </p:sp>
      <p:sp>
        <p:nvSpPr>
          <p:cNvPr id="4" name="cjk__hangul_between_words">
            <a:extLst>
              <a:ext uri="{FF2B5EF4-FFF2-40B4-BE49-F238E27FC236}">
                <a16:creationId xmlns:a16="http://schemas.microsoft.com/office/drawing/2014/main" id="{6FC0AC27-F09F-CEF0-E51A-D85E72A9704D}"/>
              </a:ext>
            </a:extLst>
          </p:cNvPr>
          <p:cNvSpPr txBox="1"/>
          <p:nvPr/>
        </p:nvSpPr>
        <p:spPr>
          <a:xfrm>
            <a:off x="304800" y="1270000"/>
            <a:ext cx="208788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</a:t>
            </a:r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가나다라마 </a:t>
            </a: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bbbbbbbb</a:t>
            </a:r>
          </a:p>
        </p:txBody>
      </p:sp>
      <p:sp>
        <p:nvSpPr>
          <p:cNvPr id="5" name="cjk__hangul_run_alone">
            <a:extLst>
              <a:ext uri="{FF2B5EF4-FFF2-40B4-BE49-F238E27FC236}">
                <a16:creationId xmlns:a16="http://schemas.microsoft.com/office/drawing/2014/main" id="{921FA493-ACAF-F188-F2F6-08C906069E02}"/>
              </a:ext>
            </a:extLst>
          </p:cNvPr>
          <p:cNvSpPr txBox="1"/>
          <p:nvPr/>
        </p:nvSpPr>
        <p:spPr>
          <a:xfrm>
            <a:off x="304800" y="18288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가나다라마바사아자차카타파하</a:t>
            </a:r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cjk__han_run_alone">
            <a:extLst>
              <a:ext uri="{FF2B5EF4-FFF2-40B4-BE49-F238E27FC236}">
                <a16:creationId xmlns:a16="http://schemas.microsoft.com/office/drawing/2014/main" id="{FAE2166F-1680-61E3-A4FE-67B4052CC348}"/>
              </a:ext>
            </a:extLst>
          </p:cNvPr>
          <p:cNvSpPr txBox="1"/>
          <p:nvPr/>
        </p:nvSpPr>
        <p:spPr>
          <a:xfrm>
            <a:off x="304800" y="2387600"/>
            <a:ext cx="208788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一二三四五一二三四五一二三四五一二三四五</a:t>
            </a:r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" name="cjk__han_latin_no_space">
            <a:extLst>
              <a:ext uri="{FF2B5EF4-FFF2-40B4-BE49-F238E27FC236}">
                <a16:creationId xmlns:a16="http://schemas.microsoft.com/office/drawing/2014/main" id="{816E8FDD-562A-4547-79EA-05F6914E935A}"/>
              </a:ext>
            </a:extLst>
          </p:cNvPr>
          <p:cNvSpPr txBox="1"/>
          <p:nvPr/>
        </p:nvSpPr>
        <p:spPr>
          <a:xfrm>
            <a:off x="304800" y="29464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</a:t>
            </a:r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一二三四五</a:t>
            </a: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bbbbbbbb</a:t>
            </a:r>
          </a:p>
        </p:txBody>
      </p:sp>
      <p:sp>
        <p:nvSpPr>
          <p:cNvPr id="8" name="cjk__fullwidth_latin">
            <a:extLst>
              <a:ext uri="{FF2B5EF4-FFF2-40B4-BE49-F238E27FC236}">
                <a16:creationId xmlns:a16="http://schemas.microsoft.com/office/drawing/2014/main" id="{2CACDAFC-10C2-D5F9-8F2F-938BDC9111E4}"/>
              </a:ext>
            </a:extLst>
          </p:cNvPr>
          <p:cNvSpPr txBox="1"/>
          <p:nvPr/>
        </p:nvSpPr>
        <p:spPr>
          <a:xfrm>
            <a:off x="304800" y="35052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ＡＢＣＤＥ bbbbbbbb</a:t>
            </a:r>
          </a:p>
        </p:txBody>
      </p:sp>
      <p:sp>
        <p:nvSpPr>
          <p:cNvPr id="9" name="cjk__halfwidth_kana">
            <a:extLst>
              <a:ext uri="{FF2B5EF4-FFF2-40B4-BE49-F238E27FC236}">
                <a16:creationId xmlns:a16="http://schemas.microsoft.com/office/drawing/2014/main" id="{74473263-8B01-0338-6368-22DC1E9E398D}"/>
              </a:ext>
            </a:extLst>
          </p:cNvPr>
          <p:cNvSpPr txBox="1"/>
          <p:nvPr/>
        </p:nvSpPr>
        <p:spPr>
          <a:xfrm>
            <a:off x="304800" y="40640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</a:t>
            </a:r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ｶｷｸｹｺｶｷｸｹｺ </a:t>
            </a: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bbbbbbbb</a:t>
            </a:r>
          </a:p>
        </p:txBody>
      </p:sp>
      <p:sp>
        <p:nvSpPr>
          <p:cNvPr id="10" name="cjk__ext_b_astral">
            <a:extLst>
              <a:ext uri="{FF2B5EF4-FFF2-40B4-BE49-F238E27FC236}">
                <a16:creationId xmlns:a16="http://schemas.microsoft.com/office/drawing/2014/main" id="{2ABAE638-B8F6-D838-0245-C7339431CD40}"/>
              </a:ext>
            </a:extLst>
          </p:cNvPr>
          <p:cNvSpPr txBox="1"/>
          <p:nvPr/>
        </p:nvSpPr>
        <p:spPr>
          <a:xfrm>
            <a:off x="304800" y="46228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</a:t>
            </a:r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𠀀𠀁𠀂𠀃𠀄 </a:t>
            </a:r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bbbbbbbb</a:t>
            </a:r>
          </a:p>
        </p:txBody>
      </p:sp>
      <p:sp>
        <p:nvSpPr>
          <p:cNvPr id="11" name="cjk__kinsoku_hanging_comma">
            <a:extLst>
              <a:ext uri="{FF2B5EF4-FFF2-40B4-BE49-F238E27FC236}">
                <a16:creationId xmlns:a16="http://schemas.microsoft.com/office/drawing/2014/main" id="{8127D105-4EA6-BC00-56F4-C27E1988859C}"/>
              </a:ext>
            </a:extLst>
          </p:cNvPr>
          <p:cNvSpPr txBox="1"/>
          <p:nvPr/>
        </p:nvSpPr>
        <p:spPr>
          <a:xfrm>
            <a:off x="304800" y="5181600"/>
            <a:ext cx="208788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aaaaaaaaaaa </a:t>
            </a:r>
            <a:r>
              <a:rPr lang="ja-JP" alt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あい、うえ</a:t>
            </a:r>
            <a:endParaRPr 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latin__control">
            <a:extLst>
              <a:ext uri="{FF2B5EF4-FFF2-40B4-BE49-F238E27FC236}">
                <a16:creationId xmlns:a16="http://schemas.microsoft.com/office/drawing/2014/main" id="{53FD6F96-8218-E545-E45B-CC7C7E06C81F}"/>
              </a:ext>
            </a:extLst>
          </p:cNvPr>
          <p:cNvSpPr txBox="1"/>
          <p:nvPr/>
        </p:nvSpPr>
        <p:spPr>
          <a:xfrm>
            <a:off x="304800" y="5740400"/>
            <a:ext cx="208788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latin typeface="Malgun Gothic" panose="020B0503020000020004" pitchFamily="34" charset="-127"/>
                <a:ea typeface="Malgun Gothic" panose="020B0503020000020004" pitchFamily="34" charset="-127"/>
              </a:rPr>
              <a:t>aaaaaaaa bbbbbbbb cccccccc</a:t>
            </a:r>
          </a:p>
        </p:txBody>
      </p:sp>
    </p:spTree>
    <p:extLst>
      <p:ext uri="{BB962C8B-B14F-4D97-AF65-F5344CB8AC3E}">
        <p14:creationId xmlns:p14="http://schemas.microsoft.com/office/powerpoint/2010/main" val="4077357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Malgun Gothic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2026-08-24T08:56:21Z</dcterms:created>
  <dcterms:modified xsi:type="dcterms:W3CDTF">2026-08-24T08:56:21Z</dcterms:modified>
</cp:coreProperties>
</file>