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A6D6-90BE-18F8-0B5F-42A3F79F5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AF4E4-3F60-6B6B-0183-D12CFB2AE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9023C-DE4B-3393-6012-DEA76198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95B73-6873-47DD-8C04-7C95659D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D2AB7-650B-1A9C-3255-8B5F002A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7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D33A-3663-E72D-7EA2-282C4EF5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C187-CDC2-599C-3ABA-236F22701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25ECF-49EE-68E5-A3A1-6F733371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D6C2D-B23C-91F1-1BAE-324C80B73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EA729-89C7-8A8F-17A8-B84B003A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6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B6FB-1BEA-9ED5-22CD-90472F70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F7523-A1CE-E4A2-258E-DBF7FF0ED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EDEE4-CDB7-8546-1401-4DE0E90B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745B-632D-1142-AF90-8A4D83E2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BEE1E-2B37-0E94-182B-626ECC1B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CFE3-792D-E06A-7FBE-F5C936C0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5B614-6B9A-5D2E-D913-BB7F50FBD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7E48D-4075-C832-9CB9-0EA6C5385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1D015-10C1-20C3-711F-C26C738B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DAFD7-95D0-EE29-0949-E1C86B41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7CF30-B683-1EB6-3D68-3ED8BA7A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3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9E3C-8174-3E81-EAAB-90B58D49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2BD4D-5ACD-AC5B-C119-0BFBD6AB3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490FD-CC58-1CCC-BD32-AD5131FDF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8A015-2300-3EA1-7AD4-D40A0CFD5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F59BE-315A-5862-8A89-E4E7F9AB9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E82B39-554D-4D07-8738-5D801B71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9AEAC-4DAA-5B49-49B7-2F9CAA67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D2F13-8586-0D75-152E-19FEE5EC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5CD9-60A7-2027-F45D-D51C39E9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01E9B-ECD2-23B9-517B-59B666D7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5DC7A-616D-A49B-8B5D-7EEF27F9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83C1F-CDD1-1105-B0AA-FC9A1960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90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9D6B14-5BE1-7FE7-8311-309368E5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003735-FDC6-ED3C-E552-EE5186B1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DF485-E3FC-EDCC-B01B-AE1BDD49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9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248B-0DBA-1076-F324-E82D5A17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C1D0-7F07-EECD-2F88-F938815B1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9393D-72F9-166C-CDA7-AAEBB1A22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80758-6CFA-4B16-9A3F-9A8AA116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C74-4C89-115E-FD03-2BF91C6C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D5F5A-9346-CD21-797F-15112278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4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5A90-2494-11BA-C040-742725F3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B311E-3444-ECB1-8E45-AF5B7F56F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DF7DB-10BF-702B-125A-3B01D7D50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6FADF-AA72-8FD1-DC6B-B0448F74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B6B0A-9EC0-6BA7-9190-8D93AA31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6A9DD-F217-C15C-5EC6-23C52F5A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964A-85CD-CB19-7FFE-EFC884B1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6FF15-F53E-2F87-7C75-D6DA6D8F8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BF893-213E-6001-CD70-4BEB7937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4D564-CF8C-8DF2-1C22-B9196185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65542-14AA-F12B-CFC0-C5DE44D7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9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FB2D8-850A-EE28-18E5-50165E374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90A4A-9088-8B99-F933-EA3DF32C1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1EA3A-5A43-44DA-F39F-3C792134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8FAC4-F524-ED95-F19A-16AEAA5E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CE24-F496-4D15-633A-3F0C016A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2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CFBB9-E9F0-F283-151C-82F011CB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D8673-A4E2-D02D-A805-0034371CF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0AADB-F552-386F-C5D5-26456BF87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7B9B9-6349-40D7-983D-072A49271D2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7C996-0124-7BFF-4794-4223E6371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A8E4E-B540-4805-086B-203D3FB81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12E38-6056-473B-92C8-E0DF982B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79E14F4C-CC80-46BF-4C5E-D2B91A34612F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fade + embedded transition sound</a:t>
            </a:r>
          </a:p>
        </p:txBody>
      </p:sp>
    </p:spTree>
    <p:extLst>
      <p:ext uri="{BB962C8B-B14F-4D97-AF65-F5344CB8AC3E}">
        <p14:creationId xmlns:p14="http://schemas.microsoft.com/office/powerpoint/2010/main" val="458794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  <p:sndAc>
          <p:stSnd>
            <p:snd r:embed="rId2" name="ding.wav"/>
          </p:stSnd>
        </p:sndAc>
      </p:transition>
    </mc:Choice>
    <mc:Fallback>
      <p:transition spd="slow">
        <p:fade/>
        <p:sndAc>
          <p:stSnd>
            <p:snd r:embed="rId2" name="ding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8668312D-900B-E7C9-670C-48B05D0AD0B9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fade + embedded sound, loop until next</a:t>
            </a:r>
          </a:p>
        </p:txBody>
      </p:sp>
    </p:spTree>
    <p:extLst>
      <p:ext uri="{BB962C8B-B14F-4D97-AF65-F5344CB8AC3E}">
        <p14:creationId xmlns:p14="http://schemas.microsoft.com/office/powerpoint/2010/main" val="3685392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  <p:sndAc>
          <p:stSnd loop="1">
            <p:snd r:embed="rId2" name="ding.wav"/>
          </p:stSnd>
        </p:sndAc>
      </p:transition>
    </mc:Choice>
    <mc:Fallback>
      <p:transition spd="slow">
        <p:fade/>
        <p:sndAc>
          <p:stSnd loop="1">
            <p:snd r:embed="rId2" name="ding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B64817E1-C4F9-F53B-3B93-3DC5B21C65B3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fade + stop previous sound</a:t>
            </a:r>
          </a:p>
        </p:txBody>
      </p:sp>
    </p:spTree>
    <p:extLst>
      <p:ext uri="{BB962C8B-B14F-4D97-AF65-F5344CB8AC3E}">
        <p14:creationId xmlns:p14="http://schemas.microsoft.com/office/powerpoint/2010/main" val="374077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  <p:sndAc>
          <p:endSnd/>
        </p:sndAc>
      </p:transition>
    </mc:Choice>
    <mc:Fallback>
      <p:transition spd="slow">
        <p:fade/>
        <p:sndAc>
          <p:endSnd/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2026-06-26T09:48:01Z</dcterms:created>
  <dcterms:modified xsi:type="dcterms:W3CDTF">2026-06-26T09:48:04Z</dcterms:modified>
</cp:coreProperties>
</file>