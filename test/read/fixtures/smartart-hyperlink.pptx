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invalid/smartart-node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invalid/smartart-nod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FD4519-892B-46F5-B968-AEE0BCF9B7C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70CD1-BBDA-4F46-B889-75D92D075F87}">
      <dgm:prSet phldrT="[Text]"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linked-node</a:t>
          </a:r>
        </a:p>
      </dgm:t>
    </dgm:pt>
    <dgm:pt modelId="{83C058B1-89CC-4764-9382-F971C4C1F485}" type="parTrans" cxnId="{C370DBA1-C5C7-4934-8FC6-42B6B9388D93}">
      <dgm:prSet/>
      <dgm:spPr/>
      <dgm:t>
        <a:bodyPr/>
        <a:lstStyle/>
        <a:p>
          <a:endParaRPr lang="en-US"/>
        </a:p>
      </dgm:t>
    </dgm:pt>
    <dgm:pt modelId="{4B6FDBBE-34E8-4625-9930-B5280EAEB208}" type="sibTrans" cxnId="{C370DBA1-C5C7-4934-8FC6-42B6B9388D93}">
      <dgm:prSet/>
      <dgm:spPr/>
      <dgm:t>
        <a:bodyPr/>
        <a:lstStyle/>
        <a:p>
          <a:endParaRPr lang="en-US"/>
        </a:p>
      </dgm:t>
    </dgm:pt>
    <dgm:pt modelId="{94BF1953-118E-49D5-9E4E-1689ED44DE25}">
      <dgm:prSet phldrT="[Text]"/>
      <dgm:spPr/>
      <dgm:t>
        <a:bodyPr/>
        <a:lstStyle/>
        <a:p>
          <a:r>
            <a:rPr lang="en-US"/>
            <a:t>plain-node</a:t>
          </a:r>
        </a:p>
      </dgm:t>
    </dgm:pt>
    <dgm:pt modelId="{E51D2B79-8669-4BCA-91C6-19033E95B029}" type="parTrans" cxnId="{83438752-740B-4514-BB1A-051149E6D86E}">
      <dgm:prSet/>
      <dgm:spPr/>
      <dgm:t>
        <a:bodyPr/>
        <a:lstStyle/>
        <a:p>
          <a:endParaRPr lang="en-US"/>
        </a:p>
      </dgm:t>
    </dgm:pt>
    <dgm:pt modelId="{F1990BAA-1D91-4D66-BF72-69C581859B5C}" type="sibTrans" cxnId="{83438752-740B-4514-BB1A-051149E6D86E}">
      <dgm:prSet/>
      <dgm:spPr/>
      <dgm:t>
        <a:bodyPr/>
        <a:lstStyle/>
        <a:p>
          <a:endParaRPr lang="en-US"/>
        </a:p>
      </dgm:t>
    </dgm:pt>
    <dgm:pt modelId="{0131B8FA-CAF5-4C06-985F-DAEFFEF2EF5E}">
      <dgm:prSet phldrT="[Text]" phldr="1"/>
      <dgm:spPr/>
      <dgm:t>
        <a:bodyPr/>
        <a:lstStyle/>
        <a:p>
          <a:endParaRPr lang="en-US"/>
        </a:p>
      </dgm:t>
    </dgm:pt>
    <dgm:pt modelId="{661AA04C-34D0-4237-A2D8-46A86A7EEAE2}" type="parTrans" cxnId="{871F1F6A-6CA8-477E-99B0-F80806D8B1BF}">
      <dgm:prSet/>
      <dgm:spPr/>
      <dgm:t>
        <a:bodyPr/>
        <a:lstStyle/>
        <a:p>
          <a:endParaRPr lang="en-US"/>
        </a:p>
      </dgm:t>
    </dgm:pt>
    <dgm:pt modelId="{3302EA91-61AD-4415-B665-FF449EFD43A4}" type="sibTrans" cxnId="{871F1F6A-6CA8-477E-99B0-F80806D8B1BF}">
      <dgm:prSet/>
      <dgm:spPr/>
      <dgm:t>
        <a:bodyPr/>
        <a:lstStyle/>
        <a:p>
          <a:endParaRPr lang="en-US"/>
        </a:p>
      </dgm:t>
    </dgm:pt>
    <dgm:pt modelId="{99A5B2F6-5ACA-43C2-A7F6-BA18F8CDA29B}">
      <dgm:prSet phldrT="[Text]" phldr="1"/>
      <dgm:spPr/>
      <dgm:t>
        <a:bodyPr/>
        <a:lstStyle/>
        <a:p>
          <a:endParaRPr lang="en-US"/>
        </a:p>
      </dgm:t>
    </dgm:pt>
    <dgm:pt modelId="{8AE0205A-422B-4674-9672-DC065D15075C}" type="parTrans" cxnId="{75BDAAB4-B5A0-444B-B9F1-18A5281C9EB8}">
      <dgm:prSet/>
      <dgm:spPr/>
      <dgm:t>
        <a:bodyPr/>
        <a:lstStyle/>
        <a:p>
          <a:endParaRPr lang="en-US"/>
        </a:p>
      </dgm:t>
    </dgm:pt>
    <dgm:pt modelId="{32476B2B-B83A-41BC-9B81-969A366D250E}" type="sibTrans" cxnId="{75BDAAB4-B5A0-444B-B9F1-18A5281C9EB8}">
      <dgm:prSet/>
      <dgm:spPr/>
      <dgm:t>
        <a:bodyPr/>
        <a:lstStyle/>
        <a:p>
          <a:endParaRPr lang="en-US"/>
        </a:p>
      </dgm:t>
    </dgm:pt>
    <dgm:pt modelId="{7F75FAC4-2E4F-49BE-80AD-AF9FD22585BA}">
      <dgm:prSet phldrT="[Text]" phldr="1"/>
      <dgm:spPr/>
      <dgm:t>
        <a:bodyPr/>
        <a:lstStyle/>
        <a:p>
          <a:endParaRPr lang="en-US"/>
        </a:p>
      </dgm:t>
    </dgm:pt>
    <dgm:pt modelId="{D1206AF8-BD43-4149-9A50-711BDBB65C63}" type="parTrans" cxnId="{4ECFBE29-604E-4317-8FDC-AE2244E2813A}">
      <dgm:prSet/>
      <dgm:spPr/>
      <dgm:t>
        <a:bodyPr/>
        <a:lstStyle/>
        <a:p>
          <a:endParaRPr lang="en-US"/>
        </a:p>
      </dgm:t>
    </dgm:pt>
    <dgm:pt modelId="{3906F293-CEEC-4B93-9990-B6830CF98F2A}" type="sibTrans" cxnId="{4ECFBE29-604E-4317-8FDC-AE2244E2813A}">
      <dgm:prSet/>
      <dgm:spPr/>
      <dgm:t>
        <a:bodyPr/>
        <a:lstStyle/>
        <a:p>
          <a:endParaRPr lang="en-US"/>
        </a:p>
      </dgm:t>
    </dgm:pt>
    <dgm:pt modelId="{EB56DA1D-1E8E-4DA5-AEC2-D1BC9B758CEA}" type="pres">
      <dgm:prSet presAssocID="{75FD4519-892B-46F5-B968-AEE0BCF9B7C4}" presName="cycle" presStyleCnt="0">
        <dgm:presLayoutVars>
          <dgm:dir/>
          <dgm:resizeHandles val="exact"/>
        </dgm:presLayoutVars>
      </dgm:prSet>
      <dgm:spPr/>
    </dgm:pt>
    <dgm:pt modelId="{46531313-64DC-4826-8E18-3D5AC6A1B333}" type="pres">
      <dgm:prSet presAssocID="{F5170CD1-BBDA-4F46-B889-75D92D075F87}" presName="node" presStyleLbl="node1" presStyleIdx="0" presStyleCnt="5">
        <dgm:presLayoutVars>
          <dgm:bulletEnabled val="1"/>
        </dgm:presLayoutVars>
      </dgm:prSet>
      <dgm:spPr/>
    </dgm:pt>
    <dgm:pt modelId="{1C5B91C0-6C15-4630-A033-F45613AB5CEC}" type="pres">
      <dgm:prSet presAssocID="{4B6FDBBE-34E8-4625-9930-B5280EAEB208}" presName="sibTrans" presStyleLbl="sibTrans2D1" presStyleIdx="0" presStyleCnt="5"/>
      <dgm:spPr/>
    </dgm:pt>
    <dgm:pt modelId="{91F39D34-EF7D-48C4-A790-0C16749CAC9E}" type="pres">
      <dgm:prSet presAssocID="{4B6FDBBE-34E8-4625-9930-B5280EAEB208}" presName="connectorText" presStyleLbl="sibTrans2D1" presStyleIdx="0" presStyleCnt="5"/>
      <dgm:spPr/>
    </dgm:pt>
    <dgm:pt modelId="{D1697478-3991-4883-9801-E63059B658F1}" type="pres">
      <dgm:prSet presAssocID="{94BF1953-118E-49D5-9E4E-1689ED44DE25}" presName="node" presStyleLbl="node1" presStyleIdx="1" presStyleCnt="5">
        <dgm:presLayoutVars>
          <dgm:bulletEnabled val="1"/>
        </dgm:presLayoutVars>
      </dgm:prSet>
      <dgm:spPr/>
    </dgm:pt>
    <dgm:pt modelId="{D08B5AEF-7895-4321-A267-D64166776259}" type="pres">
      <dgm:prSet presAssocID="{F1990BAA-1D91-4D66-BF72-69C581859B5C}" presName="sibTrans" presStyleLbl="sibTrans2D1" presStyleIdx="1" presStyleCnt="5"/>
      <dgm:spPr/>
    </dgm:pt>
    <dgm:pt modelId="{F69A189C-E298-415C-8915-807107E235E1}" type="pres">
      <dgm:prSet presAssocID="{F1990BAA-1D91-4D66-BF72-69C581859B5C}" presName="connectorText" presStyleLbl="sibTrans2D1" presStyleIdx="1" presStyleCnt="5"/>
      <dgm:spPr/>
    </dgm:pt>
    <dgm:pt modelId="{ED80D7C4-5C50-4FFD-A92B-54FFF4810AEB}" type="pres">
      <dgm:prSet presAssocID="{0131B8FA-CAF5-4C06-985F-DAEFFEF2EF5E}" presName="node" presStyleLbl="node1" presStyleIdx="2" presStyleCnt="5">
        <dgm:presLayoutVars>
          <dgm:bulletEnabled val="1"/>
        </dgm:presLayoutVars>
      </dgm:prSet>
      <dgm:spPr/>
    </dgm:pt>
    <dgm:pt modelId="{C8438E84-268C-4A80-878E-89F286AE0DC9}" type="pres">
      <dgm:prSet presAssocID="{3302EA91-61AD-4415-B665-FF449EFD43A4}" presName="sibTrans" presStyleLbl="sibTrans2D1" presStyleIdx="2" presStyleCnt="5"/>
      <dgm:spPr/>
    </dgm:pt>
    <dgm:pt modelId="{02DD33FC-E738-4A37-80C3-2729C008D3AC}" type="pres">
      <dgm:prSet presAssocID="{3302EA91-61AD-4415-B665-FF449EFD43A4}" presName="connectorText" presStyleLbl="sibTrans2D1" presStyleIdx="2" presStyleCnt="5"/>
      <dgm:spPr/>
    </dgm:pt>
    <dgm:pt modelId="{597C0B1D-508B-4A0E-BBC7-76CBC2699FD4}" type="pres">
      <dgm:prSet presAssocID="{99A5B2F6-5ACA-43C2-A7F6-BA18F8CDA29B}" presName="node" presStyleLbl="node1" presStyleIdx="3" presStyleCnt="5">
        <dgm:presLayoutVars>
          <dgm:bulletEnabled val="1"/>
        </dgm:presLayoutVars>
      </dgm:prSet>
      <dgm:spPr/>
    </dgm:pt>
    <dgm:pt modelId="{73CA3010-C2E6-45BA-A565-CFDFDAD9D2A2}" type="pres">
      <dgm:prSet presAssocID="{32476B2B-B83A-41BC-9B81-969A366D250E}" presName="sibTrans" presStyleLbl="sibTrans2D1" presStyleIdx="3" presStyleCnt="5"/>
      <dgm:spPr/>
    </dgm:pt>
    <dgm:pt modelId="{B3C8C923-0354-4C49-8EE4-B1ED9BEE9709}" type="pres">
      <dgm:prSet presAssocID="{32476B2B-B83A-41BC-9B81-969A366D250E}" presName="connectorText" presStyleLbl="sibTrans2D1" presStyleIdx="3" presStyleCnt="5"/>
      <dgm:spPr/>
    </dgm:pt>
    <dgm:pt modelId="{44B750A1-02B6-49E9-A017-FB7FADDAB2E1}" type="pres">
      <dgm:prSet presAssocID="{7F75FAC4-2E4F-49BE-80AD-AF9FD22585BA}" presName="node" presStyleLbl="node1" presStyleIdx="4" presStyleCnt="5">
        <dgm:presLayoutVars>
          <dgm:bulletEnabled val="1"/>
        </dgm:presLayoutVars>
      </dgm:prSet>
      <dgm:spPr/>
    </dgm:pt>
    <dgm:pt modelId="{6B7649B4-F5D7-4407-A4A2-B6F8BFF5A1AF}" type="pres">
      <dgm:prSet presAssocID="{3906F293-CEEC-4B93-9990-B6830CF98F2A}" presName="sibTrans" presStyleLbl="sibTrans2D1" presStyleIdx="4" presStyleCnt="5"/>
      <dgm:spPr/>
    </dgm:pt>
    <dgm:pt modelId="{071EBCA5-559B-42E5-B84B-09147511B6AE}" type="pres">
      <dgm:prSet presAssocID="{3906F293-CEEC-4B93-9990-B6830CF98F2A}" presName="connectorText" presStyleLbl="sibTrans2D1" presStyleIdx="4" presStyleCnt="5"/>
      <dgm:spPr/>
    </dgm:pt>
  </dgm:ptLst>
  <dgm:cxnLst>
    <dgm:cxn modelId="{F6728603-75AF-456B-BCA5-D0971A797C66}" type="presOf" srcId="{F5170CD1-BBDA-4F46-B889-75D92D075F87}" destId="{46531313-64DC-4826-8E18-3D5AC6A1B333}" srcOrd="0" destOrd="0" presId="urn:microsoft.com/office/officeart/2005/8/layout/cycle2"/>
    <dgm:cxn modelId="{DCA32D07-5433-4723-926E-587CF69197FF}" type="presOf" srcId="{7F75FAC4-2E4F-49BE-80AD-AF9FD22585BA}" destId="{44B750A1-02B6-49E9-A017-FB7FADDAB2E1}" srcOrd="0" destOrd="0" presId="urn:microsoft.com/office/officeart/2005/8/layout/cycle2"/>
    <dgm:cxn modelId="{3212F909-02F3-49D9-B31B-A5B771018BAF}" type="presOf" srcId="{3906F293-CEEC-4B93-9990-B6830CF98F2A}" destId="{071EBCA5-559B-42E5-B84B-09147511B6AE}" srcOrd="1" destOrd="0" presId="urn:microsoft.com/office/officeart/2005/8/layout/cycle2"/>
    <dgm:cxn modelId="{ABC72D1D-C37A-4005-8FE0-BC6B9BB1FCCE}" type="presOf" srcId="{4B6FDBBE-34E8-4625-9930-B5280EAEB208}" destId="{91F39D34-EF7D-48C4-A790-0C16749CAC9E}" srcOrd="1" destOrd="0" presId="urn:microsoft.com/office/officeart/2005/8/layout/cycle2"/>
    <dgm:cxn modelId="{4ECFBE29-604E-4317-8FDC-AE2244E2813A}" srcId="{75FD4519-892B-46F5-B968-AEE0BCF9B7C4}" destId="{7F75FAC4-2E4F-49BE-80AD-AF9FD22585BA}" srcOrd="4" destOrd="0" parTransId="{D1206AF8-BD43-4149-9A50-711BDBB65C63}" sibTransId="{3906F293-CEEC-4B93-9990-B6830CF98F2A}"/>
    <dgm:cxn modelId="{FE03CB36-C00F-4795-A401-21AD102041C1}" type="presOf" srcId="{3302EA91-61AD-4415-B665-FF449EFD43A4}" destId="{C8438E84-268C-4A80-878E-89F286AE0DC9}" srcOrd="0" destOrd="0" presId="urn:microsoft.com/office/officeart/2005/8/layout/cycle2"/>
    <dgm:cxn modelId="{EFFC4D5F-6395-49BF-9428-74986FCF02BE}" type="presOf" srcId="{F1990BAA-1D91-4D66-BF72-69C581859B5C}" destId="{F69A189C-E298-415C-8915-807107E235E1}" srcOrd="1" destOrd="0" presId="urn:microsoft.com/office/officeart/2005/8/layout/cycle2"/>
    <dgm:cxn modelId="{871F1F6A-6CA8-477E-99B0-F80806D8B1BF}" srcId="{75FD4519-892B-46F5-B968-AEE0BCF9B7C4}" destId="{0131B8FA-CAF5-4C06-985F-DAEFFEF2EF5E}" srcOrd="2" destOrd="0" parTransId="{661AA04C-34D0-4237-A2D8-46A86A7EEAE2}" sibTransId="{3302EA91-61AD-4415-B665-FF449EFD43A4}"/>
    <dgm:cxn modelId="{B6B4A470-1B10-4578-8481-51600E9779C6}" type="presOf" srcId="{75FD4519-892B-46F5-B968-AEE0BCF9B7C4}" destId="{EB56DA1D-1E8E-4DA5-AEC2-D1BC9B758CEA}" srcOrd="0" destOrd="0" presId="urn:microsoft.com/office/officeart/2005/8/layout/cycle2"/>
    <dgm:cxn modelId="{83438752-740B-4514-BB1A-051149E6D86E}" srcId="{75FD4519-892B-46F5-B968-AEE0BCF9B7C4}" destId="{94BF1953-118E-49D5-9E4E-1689ED44DE25}" srcOrd="1" destOrd="0" parTransId="{E51D2B79-8669-4BCA-91C6-19033E95B029}" sibTransId="{F1990BAA-1D91-4D66-BF72-69C581859B5C}"/>
    <dgm:cxn modelId="{E7671778-4536-4551-A7B3-54134D6ECEEA}" type="presOf" srcId="{32476B2B-B83A-41BC-9B81-969A366D250E}" destId="{73CA3010-C2E6-45BA-A565-CFDFDAD9D2A2}" srcOrd="0" destOrd="0" presId="urn:microsoft.com/office/officeart/2005/8/layout/cycle2"/>
    <dgm:cxn modelId="{9A542A98-A1EF-482B-BC89-155A3DD645A0}" type="presOf" srcId="{3906F293-CEEC-4B93-9990-B6830CF98F2A}" destId="{6B7649B4-F5D7-4407-A4A2-B6F8BFF5A1AF}" srcOrd="0" destOrd="0" presId="urn:microsoft.com/office/officeart/2005/8/layout/cycle2"/>
    <dgm:cxn modelId="{C370DBA1-C5C7-4934-8FC6-42B6B9388D93}" srcId="{75FD4519-892B-46F5-B968-AEE0BCF9B7C4}" destId="{F5170CD1-BBDA-4F46-B889-75D92D075F87}" srcOrd="0" destOrd="0" parTransId="{83C058B1-89CC-4764-9382-F971C4C1F485}" sibTransId="{4B6FDBBE-34E8-4625-9930-B5280EAEB208}"/>
    <dgm:cxn modelId="{1411FFA2-CC7B-4937-ADE8-0ED2027E30B4}" type="presOf" srcId="{4B6FDBBE-34E8-4625-9930-B5280EAEB208}" destId="{1C5B91C0-6C15-4630-A033-F45613AB5CEC}" srcOrd="0" destOrd="0" presId="urn:microsoft.com/office/officeart/2005/8/layout/cycle2"/>
    <dgm:cxn modelId="{75BDAAB4-B5A0-444B-B9F1-18A5281C9EB8}" srcId="{75FD4519-892B-46F5-B968-AEE0BCF9B7C4}" destId="{99A5B2F6-5ACA-43C2-A7F6-BA18F8CDA29B}" srcOrd="3" destOrd="0" parTransId="{8AE0205A-422B-4674-9672-DC065D15075C}" sibTransId="{32476B2B-B83A-41BC-9B81-969A366D250E}"/>
    <dgm:cxn modelId="{D3ACF4CF-04F9-4144-B748-D774C14C0772}" type="presOf" srcId="{3302EA91-61AD-4415-B665-FF449EFD43A4}" destId="{02DD33FC-E738-4A37-80C3-2729C008D3AC}" srcOrd="1" destOrd="0" presId="urn:microsoft.com/office/officeart/2005/8/layout/cycle2"/>
    <dgm:cxn modelId="{834B86D1-646F-4F89-BBDE-7A0AAD1E31C2}" type="presOf" srcId="{F1990BAA-1D91-4D66-BF72-69C581859B5C}" destId="{D08B5AEF-7895-4321-A267-D64166776259}" srcOrd="0" destOrd="0" presId="urn:microsoft.com/office/officeart/2005/8/layout/cycle2"/>
    <dgm:cxn modelId="{510352D3-4608-4AF4-9B69-66F869926CB3}" type="presOf" srcId="{0131B8FA-CAF5-4C06-985F-DAEFFEF2EF5E}" destId="{ED80D7C4-5C50-4FFD-A92B-54FFF4810AEB}" srcOrd="0" destOrd="0" presId="urn:microsoft.com/office/officeart/2005/8/layout/cycle2"/>
    <dgm:cxn modelId="{931049D4-C87F-45C0-84F4-1C3A3013BAA6}" type="presOf" srcId="{94BF1953-118E-49D5-9E4E-1689ED44DE25}" destId="{D1697478-3991-4883-9801-E63059B658F1}" srcOrd="0" destOrd="0" presId="urn:microsoft.com/office/officeart/2005/8/layout/cycle2"/>
    <dgm:cxn modelId="{FF34CFD8-44A4-4835-A9DC-F92E76F208F4}" type="presOf" srcId="{32476B2B-B83A-41BC-9B81-969A366D250E}" destId="{B3C8C923-0354-4C49-8EE4-B1ED9BEE9709}" srcOrd="1" destOrd="0" presId="urn:microsoft.com/office/officeart/2005/8/layout/cycle2"/>
    <dgm:cxn modelId="{D38BE9E1-A3A1-41DA-9BCE-9BD1D0B05E52}" type="presOf" srcId="{99A5B2F6-5ACA-43C2-A7F6-BA18F8CDA29B}" destId="{597C0B1D-508B-4A0E-BBC7-76CBC2699FD4}" srcOrd="0" destOrd="0" presId="urn:microsoft.com/office/officeart/2005/8/layout/cycle2"/>
    <dgm:cxn modelId="{284C9D13-C162-4C8B-99C0-177216268777}" type="presParOf" srcId="{EB56DA1D-1E8E-4DA5-AEC2-D1BC9B758CEA}" destId="{46531313-64DC-4826-8E18-3D5AC6A1B333}" srcOrd="0" destOrd="0" presId="urn:microsoft.com/office/officeart/2005/8/layout/cycle2"/>
    <dgm:cxn modelId="{2E7757D2-60B1-4D14-A950-6EAA92FCBE20}" type="presParOf" srcId="{EB56DA1D-1E8E-4DA5-AEC2-D1BC9B758CEA}" destId="{1C5B91C0-6C15-4630-A033-F45613AB5CEC}" srcOrd="1" destOrd="0" presId="urn:microsoft.com/office/officeart/2005/8/layout/cycle2"/>
    <dgm:cxn modelId="{28361733-66C8-4B1E-85C5-56DD0CB8A648}" type="presParOf" srcId="{1C5B91C0-6C15-4630-A033-F45613AB5CEC}" destId="{91F39D34-EF7D-48C4-A790-0C16749CAC9E}" srcOrd="0" destOrd="0" presId="urn:microsoft.com/office/officeart/2005/8/layout/cycle2"/>
    <dgm:cxn modelId="{4F657B07-5356-4E7E-971C-3ABDF9914142}" type="presParOf" srcId="{EB56DA1D-1E8E-4DA5-AEC2-D1BC9B758CEA}" destId="{D1697478-3991-4883-9801-E63059B658F1}" srcOrd="2" destOrd="0" presId="urn:microsoft.com/office/officeart/2005/8/layout/cycle2"/>
    <dgm:cxn modelId="{97E7939B-5BF9-4B4F-A92A-D52BA952C79F}" type="presParOf" srcId="{EB56DA1D-1E8E-4DA5-AEC2-D1BC9B758CEA}" destId="{D08B5AEF-7895-4321-A267-D64166776259}" srcOrd="3" destOrd="0" presId="urn:microsoft.com/office/officeart/2005/8/layout/cycle2"/>
    <dgm:cxn modelId="{7FAD8074-E014-41E6-94CA-A7A0E5367936}" type="presParOf" srcId="{D08B5AEF-7895-4321-A267-D64166776259}" destId="{F69A189C-E298-415C-8915-807107E235E1}" srcOrd="0" destOrd="0" presId="urn:microsoft.com/office/officeart/2005/8/layout/cycle2"/>
    <dgm:cxn modelId="{AE6385A9-E6BB-46EB-8C3C-3F2E1403E1B8}" type="presParOf" srcId="{EB56DA1D-1E8E-4DA5-AEC2-D1BC9B758CEA}" destId="{ED80D7C4-5C50-4FFD-A92B-54FFF4810AEB}" srcOrd="4" destOrd="0" presId="urn:microsoft.com/office/officeart/2005/8/layout/cycle2"/>
    <dgm:cxn modelId="{629C0A78-B572-43A9-93D8-226365470AD3}" type="presParOf" srcId="{EB56DA1D-1E8E-4DA5-AEC2-D1BC9B758CEA}" destId="{C8438E84-268C-4A80-878E-89F286AE0DC9}" srcOrd="5" destOrd="0" presId="urn:microsoft.com/office/officeart/2005/8/layout/cycle2"/>
    <dgm:cxn modelId="{F2188CD3-639D-4C66-8F58-33DF536FB9EC}" type="presParOf" srcId="{C8438E84-268C-4A80-878E-89F286AE0DC9}" destId="{02DD33FC-E738-4A37-80C3-2729C008D3AC}" srcOrd="0" destOrd="0" presId="urn:microsoft.com/office/officeart/2005/8/layout/cycle2"/>
    <dgm:cxn modelId="{6B0FDA59-D9CC-43CC-903C-7EEB1F5B10AB}" type="presParOf" srcId="{EB56DA1D-1E8E-4DA5-AEC2-D1BC9B758CEA}" destId="{597C0B1D-508B-4A0E-BBC7-76CBC2699FD4}" srcOrd="6" destOrd="0" presId="urn:microsoft.com/office/officeart/2005/8/layout/cycle2"/>
    <dgm:cxn modelId="{3F583312-DFE4-4C41-82CB-F9B72053F43A}" type="presParOf" srcId="{EB56DA1D-1E8E-4DA5-AEC2-D1BC9B758CEA}" destId="{73CA3010-C2E6-45BA-A565-CFDFDAD9D2A2}" srcOrd="7" destOrd="0" presId="urn:microsoft.com/office/officeart/2005/8/layout/cycle2"/>
    <dgm:cxn modelId="{BA6449B2-7074-4143-A90D-12433CA39107}" type="presParOf" srcId="{73CA3010-C2E6-45BA-A565-CFDFDAD9D2A2}" destId="{B3C8C923-0354-4C49-8EE4-B1ED9BEE9709}" srcOrd="0" destOrd="0" presId="urn:microsoft.com/office/officeart/2005/8/layout/cycle2"/>
    <dgm:cxn modelId="{224CA052-23D0-4297-886F-EB47A659CBD5}" type="presParOf" srcId="{EB56DA1D-1E8E-4DA5-AEC2-D1BC9B758CEA}" destId="{44B750A1-02B6-49E9-A017-FB7FADDAB2E1}" srcOrd="8" destOrd="0" presId="urn:microsoft.com/office/officeart/2005/8/layout/cycle2"/>
    <dgm:cxn modelId="{983F8FBA-10B6-49D1-B42F-C64CBC7826C2}" type="presParOf" srcId="{EB56DA1D-1E8E-4DA5-AEC2-D1BC9B758CEA}" destId="{6B7649B4-F5D7-4407-A4A2-B6F8BFF5A1AF}" srcOrd="9" destOrd="0" presId="urn:microsoft.com/office/officeart/2005/8/layout/cycle2"/>
    <dgm:cxn modelId="{181E9784-251F-42C1-9EBC-D5A85EE8DE7F}" type="presParOf" srcId="{6B7649B4-F5D7-4407-A4A2-B6F8BFF5A1AF}" destId="{071EBCA5-559B-42E5-B84B-09147511B6A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31313-64DC-4826-8E18-3D5AC6A1B333}">
      <dsp:nvSpPr>
        <dsp:cNvPr id="0" name=""/>
        <dsp:cNvSpPr/>
      </dsp:nvSpPr>
      <dsp:spPr>
        <a:xfrm>
          <a:off x="4744888" y="114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hlinkClick xmlns:r="http://schemas.openxmlformats.org/officeDocument/2006/relationships" r:id="rId1"/>
            </a:rPr>
            <a:t>linked-node</a:t>
          </a:r>
        </a:p>
      </dsp:txBody>
      <dsp:txXfrm>
        <a:off x="4991829" y="247055"/>
        <a:ext cx="1192340" cy="1192340"/>
      </dsp:txXfrm>
    </dsp:sp>
    <dsp:sp modelId="{1C5B91C0-6C15-4630-A033-F45613AB5CEC}">
      <dsp:nvSpPr>
        <dsp:cNvPr id="0" name=""/>
        <dsp:cNvSpPr/>
      </dsp:nvSpPr>
      <dsp:spPr>
        <a:xfrm rot="2160000">
          <a:off x="6378251" y="1296318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1144" y="1370458"/>
        <a:ext cx="315037" cy="341460"/>
      </dsp:txXfrm>
    </dsp:sp>
    <dsp:sp modelId="{D1697478-3991-4883-9801-E63059B658F1}">
      <dsp:nvSpPr>
        <dsp:cNvPr id="0" name=""/>
        <dsp:cNvSpPr/>
      </dsp:nvSpPr>
      <dsp:spPr>
        <a:xfrm>
          <a:off x="6796054" y="149037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plain-node</a:t>
          </a:r>
        </a:p>
      </dsp:txBody>
      <dsp:txXfrm>
        <a:off x="7042995" y="1737314"/>
        <a:ext cx="1192340" cy="1192340"/>
      </dsp:txXfrm>
    </dsp:sp>
    <dsp:sp modelId="{D08B5AEF-7895-4321-A267-D64166776259}">
      <dsp:nvSpPr>
        <dsp:cNvPr id="0" name=""/>
        <dsp:cNvSpPr/>
      </dsp:nvSpPr>
      <dsp:spPr>
        <a:xfrm rot="6480000">
          <a:off x="7026337" y="3242465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7114706" y="3292081"/>
        <a:ext cx="315037" cy="341460"/>
      </dsp:txXfrm>
    </dsp:sp>
    <dsp:sp modelId="{ED80D7C4-5C50-4FFD-A92B-54FFF4810AEB}">
      <dsp:nvSpPr>
        <dsp:cNvPr id="0" name=""/>
        <dsp:cNvSpPr/>
      </dsp:nvSpPr>
      <dsp:spPr>
        <a:xfrm>
          <a:off x="6012578" y="390166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259519" y="4148604"/>
        <a:ext cx="1192340" cy="1192340"/>
      </dsp:txXfrm>
    </dsp:sp>
    <dsp:sp modelId="{C8438E84-268C-4A80-878E-89F286AE0DC9}">
      <dsp:nvSpPr>
        <dsp:cNvPr id="0" name=""/>
        <dsp:cNvSpPr/>
      </dsp:nvSpPr>
      <dsp:spPr>
        <a:xfrm rot="10800000">
          <a:off x="5375710" y="4460224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5510726" y="4574044"/>
        <a:ext cx="315037" cy="341460"/>
      </dsp:txXfrm>
    </dsp:sp>
    <dsp:sp modelId="{597C0B1D-508B-4A0E-BBC7-76CBC2699FD4}">
      <dsp:nvSpPr>
        <dsp:cNvPr id="0" name=""/>
        <dsp:cNvSpPr/>
      </dsp:nvSpPr>
      <dsp:spPr>
        <a:xfrm>
          <a:off x="3477198" y="390166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724139" y="4148604"/>
        <a:ext cx="1192340" cy="1192340"/>
      </dsp:txXfrm>
    </dsp:sp>
    <dsp:sp modelId="{73CA3010-C2E6-45BA-A565-CFDFDAD9D2A2}">
      <dsp:nvSpPr>
        <dsp:cNvPr id="0" name=""/>
        <dsp:cNvSpPr/>
      </dsp:nvSpPr>
      <dsp:spPr>
        <a:xfrm rot="15120000">
          <a:off x="3707481" y="3266693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3795850" y="3444717"/>
        <a:ext cx="315037" cy="341460"/>
      </dsp:txXfrm>
    </dsp:sp>
    <dsp:sp modelId="{44B750A1-02B6-49E9-A017-FB7FADDAB2E1}">
      <dsp:nvSpPr>
        <dsp:cNvPr id="0" name=""/>
        <dsp:cNvSpPr/>
      </dsp:nvSpPr>
      <dsp:spPr>
        <a:xfrm>
          <a:off x="2693722" y="149037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2940663" y="1737314"/>
        <a:ext cx="1192340" cy="1192340"/>
      </dsp:txXfrm>
    </dsp:sp>
    <dsp:sp modelId="{6B7649B4-F5D7-4407-A4A2-B6F8BFF5A1AF}">
      <dsp:nvSpPr>
        <dsp:cNvPr id="0" name=""/>
        <dsp:cNvSpPr/>
      </dsp:nvSpPr>
      <dsp:spPr>
        <a:xfrm rot="19440000">
          <a:off x="4327085" y="1311291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339978" y="1464791"/>
        <a:ext cx="315037" cy="341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2FC4-337C-6FB6-7EBC-82D269EFE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0A428-67D3-3C3E-4CC0-A1C135EE9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49DC-F1A1-FAB6-418B-65CFE498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39722-B7A0-F746-E4B2-E23E7BC7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5C2B-9BD2-C47C-0FA2-277311BA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B863-ED25-0C1D-3D17-308D93F1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674E-DD2A-C230-BB57-2D9737024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D628D-7739-DEF3-DE29-5BA39A9E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0755-7D5D-D8EB-3A8E-1C50B060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10F87-0089-D819-DB7F-E2D7A8FE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5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8FA4-B96B-92CD-0D07-74321C72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4E4EC-B2EE-575D-DB0C-D13D5273D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7EB47-D358-AFDF-AD9A-5B6DD44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8A262-1E19-2C62-EE6C-03396D04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1FF98-561F-4026-11F1-55E9285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9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9508-6622-61D4-9343-B6BAD829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E388-D382-7876-37B0-6E1100733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7CBCD-7878-4607-31C7-D6180CA8C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2AC56-CE4D-1BD0-778A-2052A2EF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7F3B8-26E1-58FC-6A1D-3A756728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89A0E-438B-5241-0A45-20610B06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3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49CD-715F-9C99-044B-357CEE51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A4562-9327-6D8C-DA30-79C038A4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B7DB6-2920-39E4-AC6A-C6428C6A9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56609-375F-4B1E-35D6-9342BB663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2E9ED-E8BC-8AB3-90EA-4CB8741C3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FA197-0E0B-B59D-D9F9-69D2377D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0655B-37AA-EC87-E5AC-7750BF65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3E3A9-9F9C-947D-126B-E80FB31C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4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2250-D111-0501-7182-6F0549E9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016AA-AF75-3B06-97B5-91D2E306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F1C2E-599C-DFB6-BC85-8A39A845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91A13-DD28-93A1-6BAD-F814A047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0B032-EEEF-1D60-BE5F-451F087E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843D2-9871-DE7B-7D56-992FB3AE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6CF6B-321C-DC03-812B-965A3FA6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5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70FF-954C-50AA-355B-2B2227E4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F06D-B914-4B67-7ABA-187687FCF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57F27-11BE-667F-53FF-E92E3ED8D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ACD91-230D-122E-E670-1869E3B5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1C45C-9BD2-25E3-ACA9-ACC25C74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A7430-2565-2B13-E893-8A8FBAB8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BC80-A038-BA15-C6BE-0CE16FE9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7DFCB5-A06E-52C9-42FE-06BE315BD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ED398-56C4-687A-908B-A26DD1D5F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8020B-ADCA-B29F-9908-FB5E5AA7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71906-CA94-47F7-91E9-CC73F1E8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66A05-4671-2AE6-F83B-4DDFBA6E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1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9514-0BEB-8281-A8DD-130A84F8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8FCB8-2D69-0217-6B72-C681A9850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8CEB1-60A4-31D4-ACFF-009CFF18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8EC9-78B5-5A4C-6767-6BA2753E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8367-6766-6204-B909-EA9B35B4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0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13EBC-7BF4-B373-7559-52C399EF2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48A6E-AA9F-7555-D527-D6BC950A3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2D3C-4872-6DFF-7813-F0128AD1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EE420-C061-0629-B006-AF80E46A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E67DD-9978-6F83-4643-4F266824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9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DF134-234D-AB52-ED98-8A2D0F1D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11476-9BD0-7927-A328-964EBB4F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6CA46-E614-FCEA-8097-6A59E8232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A2C50-FB43-45ED-AAA9-C0FED54CE2B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366D-1BD5-E575-278F-20F2B36E3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E79E-2987-A0B9-45C5-435D6433D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01BF0-E40B-40BE-AB90-914272BAC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4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nked-smartart">
            <a:extLst>
              <a:ext uri="{FF2B5EF4-FFF2-40B4-BE49-F238E27FC236}">
                <a16:creationId xmlns:a16="http://schemas.microsoft.com/office/drawing/2014/main" id="{A4B1432E-D7E9-34BF-ECFE-048C10C3B7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2643174"/>
              </p:ext>
            </p:extLst>
          </p:nvPr>
        </p:nvGraphicFramePr>
        <p:xfrm>
          <a:off x="508000" y="508000"/>
          <a:ext cx="11176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96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2026-09-17T23:43:35Z</dcterms:created>
  <dcterms:modified xsi:type="dcterms:W3CDTF">2026-09-17T23:43:36Z</dcterms:modified>
</cp:coreProperties>
</file>